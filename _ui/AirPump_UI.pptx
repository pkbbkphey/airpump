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8"/>
  </p:notesMasterIdLst>
  <p:sldIdLst>
    <p:sldId id="256" r:id="rId2"/>
    <p:sldId id="282" r:id="rId3"/>
    <p:sldId id="258" r:id="rId4"/>
    <p:sldId id="259" r:id="rId5"/>
    <p:sldId id="281" r:id="rId6"/>
    <p:sldId id="267" r:id="rId7"/>
    <p:sldId id="279" r:id="rId8"/>
    <p:sldId id="268" r:id="rId9"/>
    <p:sldId id="269" r:id="rId10"/>
    <p:sldId id="270" r:id="rId11"/>
    <p:sldId id="283" r:id="rId12"/>
    <p:sldId id="280" r:id="rId13"/>
    <p:sldId id="272" r:id="rId14"/>
    <p:sldId id="277" r:id="rId15"/>
    <p:sldId id="278" r:id="rId16"/>
    <p:sldId id="275" r:id="rId17"/>
    <p:sldId id="276" r:id="rId18"/>
    <p:sldId id="274" r:id="rId19"/>
    <p:sldId id="273" r:id="rId20"/>
    <p:sldId id="261" r:id="rId21"/>
    <p:sldId id="265" r:id="rId22"/>
    <p:sldId id="266" r:id="rId23"/>
    <p:sldId id="264" r:id="rId24"/>
    <p:sldId id="263" r:id="rId25"/>
    <p:sldId id="262" r:id="rId26"/>
    <p:sldId id="260" r:id="rId27"/>
  </p:sldIdLst>
  <p:sldSz cx="17279938" cy="9791700"/>
  <p:notesSz cx="7104063" cy="102346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AEAEAE"/>
    <a:srgbClr val="000000"/>
    <a:srgbClr val="3A3A3A"/>
    <a:srgbClr val="7F7F7F"/>
    <a:srgbClr val="00B0F0"/>
    <a:srgbClr val="215F9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571" autoAdjust="0"/>
    <p:restoredTop sz="94660"/>
  </p:normalViewPr>
  <p:slideViewPr>
    <p:cSldViewPr snapToGrid="0">
      <p:cViewPr varScale="1">
        <p:scale>
          <a:sx n="63" d="100"/>
          <a:sy n="63" d="100"/>
        </p:scale>
        <p:origin x="10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F22A2F-692F-41CA-BF9A-E349999826B0}" type="datetimeFigureOut">
              <a:rPr lang="zh-TW" altLang="en-US" smtClean="0"/>
              <a:t>2026/3/1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504825" y="1279525"/>
            <a:ext cx="609600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044B31-57B1-452A-AE0B-1B036A6CE54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474444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159992" y="1602485"/>
            <a:ext cx="12959954" cy="3408962"/>
          </a:xfrm>
        </p:spPr>
        <p:txBody>
          <a:bodyPr anchor="b"/>
          <a:lstStyle>
            <a:lvl1pPr algn="ctr">
              <a:defRPr sz="8504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159992" y="5142910"/>
            <a:ext cx="12959954" cy="2364060"/>
          </a:xfrm>
        </p:spPr>
        <p:txBody>
          <a:bodyPr/>
          <a:lstStyle>
            <a:lvl1pPr marL="0" indent="0" algn="ctr">
              <a:buNone/>
              <a:defRPr sz="3402"/>
            </a:lvl1pPr>
            <a:lvl2pPr marL="647990" indent="0" algn="ctr">
              <a:buNone/>
              <a:defRPr sz="2835"/>
            </a:lvl2pPr>
            <a:lvl3pPr marL="1295979" indent="0" algn="ctr">
              <a:buNone/>
              <a:defRPr sz="2551"/>
            </a:lvl3pPr>
            <a:lvl4pPr marL="1943969" indent="0" algn="ctr">
              <a:buNone/>
              <a:defRPr sz="2268"/>
            </a:lvl4pPr>
            <a:lvl5pPr marL="2591958" indent="0" algn="ctr">
              <a:buNone/>
              <a:defRPr sz="2268"/>
            </a:lvl5pPr>
            <a:lvl6pPr marL="3239948" indent="0" algn="ctr">
              <a:buNone/>
              <a:defRPr sz="2268"/>
            </a:lvl6pPr>
            <a:lvl7pPr marL="3887937" indent="0" algn="ctr">
              <a:buNone/>
              <a:defRPr sz="2268"/>
            </a:lvl7pPr>
            <a:lvl8pPr marL="4535927" indent="0" algn="ctr">
              <a:buNone/>
              <a:defRPr sz="2268"/>
            </a:lvl8pPr>
            <a:lvl9pPr marL="5183916" indent="0" algn="ctr">
              <a:buNone/>
              <a:defRPr sz="2268"/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BD4FA5-A517-4661-B12B-1223A6DC533D}" type="datetimeFigureOut">
              <a:rPr lang="zh-TW" altLang="en-US" smtClean="0"/>
              <a:t>2026/3/1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35FB3F-057D-44A5-AF3A-65F4F95F98B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668251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BD4FA5-A517-4661-B12B-1223A6DC533D}" type="datetimeFigureOut">
              <a:rPr lang="zh-TW" altLang="en-US" smtClean="0"/>
              <a:t>2026/3/1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35FB3F-057D-44A5-AF3A-65F4F95F98B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382336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8996" y="2441127"/>
            <a:ext cx="14903947" cy="4073074"/>
          </a:xfrm>
        </p:spPr>
        <p:txBody>
          <a:bodyPr anchor="b"/>
          <a:lstStyle>
            <a:lvl1pPr>
              <a:defRPr sz="8504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8996" y="6552734"/>
            <a:ext cx="14903947" cy="2141934"/>
          </a:xfrm>
        </p:spPr>
        <p:txBody>
          <a:bodyPr/>
          <a:lstStyle>
            <a:lvl1pPr marL="0" indent="0">
              <a:buNone/>
              <a:defRPr sz="3402">
                <a:solidFill>
                  <a:schemeClr val="tx1">
                    <a:tint val="82000"/>
                  </a:schemeClr>
                </a:solidFill>
              </a:defRPr>
            </a:lvl1pPr>
            <a:lvl2pPr marL="647990" indent="0">
              <a:buNone/>
              <a:defRPr sz="2835">
                <a:solidFill>
                  <a:schemeClr val="tx1">
                    <a:tint val="82000"/>
                  </a:schemeClr>
                </a:solidFill>
              </a:defRPr>
            </a:lvl2pPr>
            <a:lvl3pPr marL="1295979" indent="0">
              <a:buNone/>
              <a:defRPr sz="2551">
                <a:solidFill>
                  <a:schemeClr val="tx1">
                    <a:tint val="82000"/>
                  </a:schemeClr>
                </a:solidFill>
              </a:defRPr>
            </a:lvl3pPr>
            <a:lvl4pPr marL="1943969" indent="0">
              <a:buNone/>
              <a:defRPr sz="2268">
                <a:solidFill>
                  <a:schemeClr val="tx1">
                    <a:tint val="82000"/>
                  </a:schemeClr>
                </a:solidFill>
              </a:defRPr>
            </a:lvl4pPr>
            <a:lvl5pPr marL="2591958" indent="0">
              <a:buNone/>
              <a:defRPr sz="2268">
                <a:solidFill>
                  <a:schemeClr val="tx1">
                    <a:tint val="82000"/>
                  </a:schemeClr>
                </a:solidFill>
              </a:defRPr>
            </a:lvl5pPr>
            <a:lvl6pPr marL="3239948" indent="0">
              <a:buNone/>
              <a:defRPr sz="2268">
                <a:solidFill>
                  <a:schemeClr val="tx1">
                    <a:tint val="82000"/>
                  </a:schemeClr>
                </a:solidFill>
              </a:defRPr>
            </a:lvl6pPr>
            <a:lvl7pPr marL="3887937" indent="0">
              <a:buNone/>
              <a:defRPr sz="2268">
                <a:solidFill>
                  <a:schemeClr val="tx1">
                    <a:tint val="82000"/>
                  </a:schemeClr>
                </a:solidFill>
              </a:defRPr>
            </a:lvl7pPr>
            <a:lvl8pPr marL="4535927" indent="0">
              <a:buNone/>
              <a:defRPr sz="2268">
                <a:solidFill>
                  <a:schemeClr val="tx1">
                    <a:tint val="82000"/>
                  </a:schemeClr>
                </a:solidFill>
              </a:defRPr>
            </a:lvl8pPr>
            <a:lvl9pPr marL="5183916" indent="0">
              <a:buNone/>
              <a:defRPr sz="2268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BD4FA5-A517-4661-B12B-1223A6DC533D}" type="datetimeFigureOut">
              <a:rPr lang="zh-TW" altLang="en-US" smtClean="0"/>
              <a:t>2026/3/1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35FB3F-057D-44A5-AF3A-65F4F95F98B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587419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87996" y="2606587"/>
            <a:ext cx="7343974" cy="6212744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747968" y="2606587"/>
            <a:ext cx="7343974" cy="6212744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BD4FA5-A517-4661-B12B-1223A6DC533D}" type="datetimeFigureOut">
              <a:rPr lang="zh-TW" altLang="en-US" smtClean="0"/>
              <a:t>2026/3/1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35FB3F-057D-44A5-AF3A-65F4F95F98B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919004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0246" y="521318"/>
            <a:ext cx="14903947" cy="1892609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90247" y="2400327"/>
            <a:ext cx="7310223" cy="1176363"/>
          </a:xfrm>
        </p:spPr>
        <p:txBody>
          <a:bodyPr anchor="b"/>
          <a:lstStyle>
            <a:lvl1pPr marL="0" indent="0">
              <a:buNone/>
              <a:defRPr sz="3402" b="1"/>
            </a:lvl1pPr>
            <a:lvl2pPr marL="647990" indent="0">
              <a:buNone/>
              <a:defRPr sz="2835" b="1"/>
            </a:lvl2pPr>
            <a:lvl3pPr marL="1295979" indent="0">
              <a:buNone/>
              <a:defRPr sz="2551" b="1"/>
            </a:lvl3pPr>
            <a:lvl4pPr marL="1943969" indent="0">
              <a:buNone/>
              <a:defRPr sz="2268" b="1"/>
            </a:lvl4pPr>
            <a:lvl5pPr marL="2591958" indent="0">
              <a:buNone/>
              <a:defRPr sz="2268" b="1"/>
            </a:lvl5pPr>
            <a:lvl6pPr marL="3239948" indent="0">
              <a:buNone/>
              <a:defRPr sz="2268" b="1"/>
            </a:lvl6pPr>
            <a:lvl7pPr marL="3887937" indent="0">
              <a:buNone/>
              <a:defRPr sz="2268" b="1"/>
            </a:lvl7pPr>
            <a:lvl8pPr marL="4535927" indent="0">
              <a:buNone/>
              <a:defRPr sz="2268" b="1"/>
            </a:lvl8pPr>
            <a:lvl9pPr marL="5183916" indent="0">
              <a:buNone/>
              <a:defRPr sz="2268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90247" y="3576690"/>
            <a:ext cx="7310223" cy="5260773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8747969" y="2400327"/>
            <a:ext cx="7346224" cy="1176363"/>
          </a:xfrm>
        </p:spPr>
        <p:txBody>
          <a:bodyPr anchor="b"/>
          <a:lstStyle>
            <a:lvl1pPr marL="0" indent="0">
              <a:buNone/>
              <a:defRPr sz="3402" b="1"/>
            </a:lvl1pPr>
            <a:lvl2pPr marL="647990" indent="0">
              <a:buNone/>
              <a:defRPr sz="2835" b="1"/>
            </a:lvl2pPr>
            <a:lvl3pPr marL="1295979" indent="0">
              <a:buNone/>
              <a:defRPr sz="2551" b="1"/>
            </a:lvl3pPr>
            <a:lvl4pPr marL="1943969" indent="0">
              <a:buNone/>
              <a:defRPr sz="2268" b="1"/>
            </a:lvl4pPr>
            <a:lvl5pPr marL="2591958" indent="0">
              <a:buNone/>
              <a:defRPr sz="2268" b="1"/>
            </a:lvl5pPr>
            <a:lvl6pPr marL="3239948" indent="0">
              <a:buNone/>
              <a:defRPr sz="2268" b="1"/>
            </a:lvl6pPr>
            <a:lvl7pPr marL="3887937" indent="0">
              <a:buNone/>
              <a:defRPr sz="2268" b="1"/>
            </a:lvl7pPr>
            <a:lvl8pPr marL="4535927" indent="0">
              <a:buNone/>
              <a:defRPr sz="2268" b="1"/>
            </a:lvl8pPr>
            <a:lvl9pPr marL="5183916" indent="0">
              <a:buNone/>
              <a:defRPr sz="2268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8747969" y="3576690"/>
            <a:ext cx="7346224" cy="5260773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BD4FA5-A517-4661-B12B-1223A6DC533D}" type="datetimeFigureOut">
              <a:rPr lang="zh-TW" altLang="en-US" smtClean="0"/>
              <a:t>2026/3/1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35FB3F-057D-44A5-AF3A-65F4F95F98B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091547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BD4FA5-A517-4661-B12B-1223A6DC533D}" type="datetimeFigureOut">
              <a:rPr lang="zh-TW" altLang="en-US" smtClean="0"/>
              <a:t>2026/3/1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35FB3F-057D-44A5-AF3A-65F4F95F98B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655703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BD4FA5-A517-4661-B12B-1223A6DC533D}" type="datetimeFigureOut">
              <a:rPr lang="zh-TW" altLang="en-US" smtClean="0"/>
              <a:t>2026/3/1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35FB3F-057D-44A5-AF3A-65F4F95F98B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271861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0247" y="652780"/>
            <a:ext cx="5573229" cy="2284730"/>
          </a:xfrm>
        </p:spPr>
        <p:txBody>
          <a:bodyPr anchor="b"/>
          <a:lstStyle>
            <a:lvl1pPr>
              <a:defRPr sz="4535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46224" y="1409824"/>
            <a:ext cx="8747969" cy="6958453"/>
          </a:xfrm>
        </p:spPr>
        <p:txBody>
          <a:bodyPr/>
          <a:lstStyle>
            <a:lvl1pPr>
              <a:defRPr sz="4535"/>
            </a:lvl1pPr>
            <a:lvl2pPr>
              <a:defRPr sz="3968"/>
            </a:lvl2pPr>
            <a:lvl3pPr>
              <a:defRPr sz="3402"/>
            </a:lvl3pPr>
            <a:lvl4pPr>
              <a:defRPr sz="2835"/>
            </a:lvl4pPr>
            <a:lvl5pPr>
              <a:defRPr sz="2835"/>
            </a:lvl5pPr>
            <a:lvl6pPr>
              <a:defRPr sz="2835"/>
            </a:lvl6pPr>
            <a:lvl7pPr>
              <a:defRPr sz="2835"/>
            </a:lvl7pPr>
            <a:lvl8pPr>
              <a:defRPr sz="2835"/>
            </a:lvl8pPr>
            <a:lvl9pPr>
              <a:defRPr sz="2835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90247" y="2937510"/>
            <a:ext cx="5573229" cy="5442101"/>
          </a:xfrm>
        </p:spPr>
        <p:txBody>
          <a:bodyPr/>
          <a:lstStyle>
            <a:lvl1pPr marL="0" indent="0">
              <a:buNone/>
              <a:defRPr sz="2268"/>
            </a:lvl1pPr>
            <a:lvl2pPr marL="647990" indent="0">
              <a:buNone/>
              <a:defRPr sz="1984"/>
            </a:lvl2pPr>
            <a:lvl3pPr marL="1295979" indent="0">
              <a:buNone/>
              <a:defRPr sz="1701"/>
            </a:lvl3pPr>
            <a:lvl4pPr marL="1943969" indent="0">
              <a:buNone/>
              <a:defRPr sz="1417"/>
            </a:lvl4pPr>
            <a:lvl5pPr marL="2591958" indent="0">
              <a:buNone/>
              <a:defRPr sz="1417"/>
            </a:lvl5pPr>
            <a:lvl6pPr marL="3239948" indent="0">
              <a:buNone/>
              <a:defRPr sz="1417"/>
            </a:lvl6pPr>
            <a:lvl7pPr marL="3887937" indent="0">
              <a:buNone/>
              <a:defRPr sz="1417"/>
            </a:lvl7pPr>
            <a:lvl8pPr marL="4535927" indent="0">
              <a:buNone/>
              <a:defRPr sz="1417"/>
            </a:lvl8pPr>
            <a:lvl9pPr marL="5183916" indent="0">
              <a:buNone/>
              <a:defRPr sz="1417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BD4FA5-A517-4661-B12B-1223A6DC533D}" type="datetimeFigureOut">
              <a:rPr lang="zh-TW" altLang="en-US" smtClean="0"/>
              <a:t>2026/3/1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35FB3F-057D-44A5-AF3A-65F4F95F98B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153750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0247" y="652780"/>
            <a:ext cx="5573229" cy="2284730"/>
          </a:xfrm>
        </p:spPr>
        <p:txBody>
          <a:bodyPr anchor="b"/>
          <a:lstStyle>
            <a:lvl1pPr>
              <a:defRPr sz="4535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46224" y="1409824"/>
            <a:ext cx="8747969" cy="6958453"/>
          </a:xfrm>
        </p:spPr>
        <p:txBody>
          <a:bodyPr anchor="t"/>
          <a:lstStyle>
            <a:lvl1pPr marL="0" indent="0">
              <a:buNone/>
              <a:defRPr sz="4535"/>
            </a:lvl1pPr>
            <a:lvl2pPr marL="647990" indent="0">
              <a:buNone/>
              <a:defRPr sz="3968"/>
            </a:lvl2pPr>
            <a:lvl3pPr marL="1295979" indent="0">
              <a:buNone/>
              <a:defRPr sz="3402"/>
            </a:lvl3pPr>
            <a:lvl4pPr marL="1943969" indent="0">
              <a:buNone/>
              <a:defRPr sz="2835"/>
            </a:lvl4pPr>
            <a:lvl5pPr marL="2591958" indent="0">
              <a:buNone/>
              <a:defRPr sz="2835"/>
            </a:lvl5pPr>
            <a:lvl6pPr marL="3239948" indent="0">
              <a:buNone/>
              <a:defRPr sz="2835"/>
            </a:lvl6pPr>
            <a:lvl7pPr marL="3887937" indent="0">
              <a:buNone/>
              <a:defRPr sz="2835"/>
            </a:lvl7pPr>
            <a:lvl8pPr marL="4535927" indent="0">
              <a:buNone/>
              <a:defRPr sz="2835"/>
            </a:lvl8pPr>
            <a:lvl9pPr marL="5183916" indent="0">
              <a:buNone/>
              <a:defRPr sz="2835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90247" y="2937510"/>
            <a:ext cx="5573229" cy="5442101"/>
          </a:xfrm>
        </p:spPr>
        <p:txBody>
          <a:bodyPr/>
          <a:lstStyle>
            <a:lvl1pPr marL="0" indent="0">
              <a:buNone/>
              <a:defRPr sz="2268"/>
            </a:lvl1pPr>
            <a:lvl2pPr marL="647990" indent="0">
              <a:buNone/>
              <a:defRPr sz="1984"/>
            </a:lvl2pPr>
            <a:lvl3pPr marL="1295979" indent="0">
              <a:buNone/>
              <a:defRPr sz="1701"/>
            </a:lvl3pPr>
            <a:lvl4pPr marL="1943969" indent="0">
              <a:buNone/>
              <a:defRPr sz="1417"/>
            </a:lvl4pPr>
            <a:lvl5pPr marL="2591958" indent="0">
              <a:buNone/>
              <a:defRPr sz="1417"/>
            </a:lvl5pPr>
            <a:lvl6pPr marL="3239948" indent="0">
              <a:buNone/>
              <a:defRPr sz="1417"/>
            </a:lvl6pPr>
            <a:lvl7pPr marL="3887937" indent="0">
              <a:buNone/>
              <a:defRPr sz="1417"/>
            </a:lvl7pPr>
            <a:lvl8pPr marL="4535927" indent="0">
              <a:buNone/>
              <a:defRPr sz="1417"/>
            </a:lvl8pPr>
            <a:lvl9pPr marL="5183916" indent="0">
              <a:buNone/>
              <a:defRPr sz="1417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BD4FA5-A517-4661-B12B-1223A6DC533D}" type="datetimeFigureOut">
              <a:rPr lang="zh-TW" altLang="en-US" smtClean="0"/>
              <a:t>2026/3/1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35FB3F-057D-44A5-AF3A-65F4F95F98B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915789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BD4FA5-A517-4661-B12B-1223A6DC533D}" type="datetimeFigureOut">
              <a:rPr lang="zh-TW" altLang="en-US" smtClean="0"/>
              <a:t>2026/3/1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35FB3F-057D-44A5-AF3A-65F4F95F98B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341251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2365955" y="521317"/>
            <a:ext cx="3725987" cy="8298013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87996" y="521317"/>
            <a:ext cx="10961961" cy="8298013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BD4FA5-A517-4661-B12B-1223A6DC533D}" type="datetimeFigureOut">
              <a:rPr lang="zh-TW" altLang="en-US" smtClean="0"/>
              <a:t>2026/3/1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35FB3F-057D-44A5-AF3A-65F4F95F98B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696660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87996" y="521318"/>
            <a:ext cx="14903947" cy="18926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87996" y="2606587"/>
            <a:ext cx="14903947" cy="62127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87996" y="9075456"/>
            <a:ext cx="3887986" cy="5213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701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BD4FA5-A517-4661-B12B-1223A6DC533D}" type="datetimeFigureOut">
              <a:rPr lang="zh-TW" altLang="en-US" smtClean="0"/>
              <a:t>2026/3/1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723980" y="9075456"/>
            <a:ext cx="5831979" cy="5213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701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203956" y="9075456"/>
            <a:ext cx="3887986" cy="5213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701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135FB3F-057D-44A5-AF3A-65F4F95F98B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793802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295979" rtl="0" eaLnBrk="1" latinLnBrk="0" hangingPunct="1">
        <a:lnSpc>
          <a:spcPct val="90000"/>
        </a:lnSpc>
        <a:spcBef>
          <a:spcPct val="0"/>
        </a:spcBef>
        <a:buNone/>
        <a:defRPr sz="623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23995" indent="-323995" algn="l" defTabSz="1295979" rtl="0" eaLnBrk="1" latinLnBrk="0" hangingPunct="1">
        <a:lnSpc>
          <a:spcPct val="90000"/>
        </a:lnSpc>
        <a:spcBef>
          <a:spcPts val="1417"/>
        </a:spcBef>
        <a:buFont typeface="Arial" panose="020B0604020202020204" pitchFamily="34" charset="0"/>
        <a:buChar char="•"/>
        <a:defRPr sz="3968" kern="1200">
          <a:solidFill>
            <a:schemeClr val="tx1"/>
          </a:solidFill>
          <a:latin typeface="+mn-lt"/>
          <a:ea typeface="+mn-ea"/>
          <a:cs typeface="+mn-cs"/>
        </a:defRPr>
      </a:lvl1pPr>
      <a:lvl2pPr marL="971984" indent="-323995" algn="l" defTabSz="1295979" rtl="0" eaLnBrk="1" latinLnBrk="0" hangingPunct="1">
        <a:lnSpc>
          <a:spcPct val="90000"/>
        </a:lnSpc>
        <a:spcBef>
          <a:spcPts val="709"/>
        </a:spcBef>
        <a:buFont typeface="Arial" panose="020B0604020202020204" pitchFamily="34" charset="0"/>
        <a:buChar char="•"/>
        <a:defRPr sz="3402" kern="1200">
          <a:solidFill>
            <a:schemeClr val="tx1"/>
          </a:solidFill>
          <a:latin typeface="+mn-lt"/>
          <a:ea typeface="+mn-ea"/>
          <a:cs typeface="+mn-cs"/>
        </a:defRPr>
      </a:lvl2pPr>
      <a:lvl3pPr marL="1619974" indent="-323995" algn="l" defTabSz="1295979" rtl="0" eaLnBrk="1" latinLnBrk="0" hangingPunct="1">
        <a:lnSpc>
          <a:spcPct val="90000"/>
        </a:lnSpc>
        <a:spcBef>
          <a:spcPts val="709"/>
        </a:spcBef>
        <a:buFont typeface="Arial" panose="020B0604020202020204" pitchFamily="34" charset="0"/>
        <a:buChar char="•"/>
        <a:defRPr sz="2835" kern="1200">
          <a:solidFill>
            <a:schemeClr val="tx1"/>
          </a:solidFill>
          <a:latin typeface="+mn-lt"/>
          <a:ea typeface="+mn-ea"/>
          <a:cs typeface="+mn-cs"/>
        </a:defRPr>
      </a:lvl3pPr>
      <a:lvl4pPr marL="2267963" indent="-323995" algn="l" defTabSz="1295979" rtl="0" eaLnBrk="1" latinLnBrk="0" hangingPunct="1">
        <a:lnSpc>
          <a:spcPct val="90000"/>
        </a:lnSpc>
        <a:spcBef>
          <a:spcPts val="709"/>
        </a:spcBef>
        <a:buFont typeface="Arial" panose="020B0604020202020204" pitchFamily="34" charset="0"/>
        <a:buChar char="•"/>
        <a:defRPr sz="2551" kern="1200">
          <a:solidFill>
            <a:schemeClr val="tx1"/>
          </a:solidFill>
          <a:latin typeface="+mn-lt"/>
          <a:ea typeface="+mn-ea"/>
          <a:cs typeface="+mn-cs"/>
        </a:defRPr>
      </a:lvl4pPr>
      <a:lvl5pPr marL="2915953" indent="-323995" algn="l" defTabSz="1295979" rtl="0" eaLnBrk="1" latinLnBrk="0" hangingPunct="1">
        <a:lnSpc>
          <a:spcPct val="90000"/>
        </a:lnSpc>
        <a:spcBef>
          <a:spcPts val="709"/>
        </a:spcBef>
        <a:buFont typeface="Arial" panose="020B0604020202020204" pitchFamily="34" charset="0"/>
        <a:buChar char="•"/>
        <a:defRPr sz="2551" kern="1200">
          <a:solidFill>
            <a:schemeClr val="tx1"/>
          </a:solidFill>
          <a:latin typeface="+mn-lt"/>
          <a:ea typeface="+mn-ea"/>
          <a:cs typeface="+mn-cs"/>
        </a:defRPr>
      </a:lvl5pPr>
      <a:lvl6pPr marL="3563943" indent="-323995" algn="l" defTabSz="1295979" rtl="0" eaLnBrk="1" latinLnBrk="0" hangingPunct="1">
        <a:lnSpc>
          <a:spcPct val="90000"/>
        </a:lnSpc>
        <a:spcBef>
          <a:spcPts val="709"/>
        </a:spcBef>
        <a:buFont typeface="Arial" panose="020B0604020202020204" pitchFamily="34" charset="0"/>
        <a:buChar char="•"/>
        <a:defRPr sz="2551" kern="1200">
          <a:solidFill>
            <a:schemeClr val="tx1"/>
          </a:solidFill>
          <a:latin typeface="+mn-lt"/>
          <a:ea typeface="+mn-ea"/>
          <a:cs typeface="+mn-cs"/>
        </a:defRPr>
      </a:lvl6pPr>
      <a:lvl7pPr marL="4211932" indent="-323995" algn="l" defTabSz="1295979" rtl="0" eaLnBrk="1" latinLnBrk="0" hangingPunct="1">
        <a:lnSpc>
          <a:spcPct val="90000"/>
        </a:lnSpc>
        <a:spcBef>
          <a:spcPts val="709"/>
        </a:spcBef>
        <a:buFont typeface="Arial" panose="020B0604020202020204" pitchFamily="34" charset="0"/>
        <a:buChar char="•"/>
        <a:defRPr sz="2551" kern="1200">
          <a:solidFill>
            <a:schemeClr val="tx1"/>
          </a:solidFill>
          <a:latin typeface="+mn-lt"/>
          <a:ea typeface="+mn-ea"/>
          <a:cs typeface="+mn-cs"/>
        </a:defRPr>
      </a:lvl7pPr>
      <a:lvl8pPr marL="4859922" indent="-323995" algn="l" defTabSz="1295979" rtl="0" eaLnBrk="1" latinLnBrk="0" hangingPunct="1">
        <a:lnSpc>
          <a:spcPct val="90000"/>
        </a:lnSpc>
        <a:spcBef>
          <a:spcPts val="709"/>
        </a:spcBef>
        <a:buFont typeface="Arial" panose="020B0604020202020204" pitchFamily="34" charset="0"/>
        <a:buChar char="•"/>
        <a:defRPr sz="2551" kern="1200">
          <a:solidFill>
            <a:schemeClr val="tx1"/>
          </a:solidFill>
          <a:latin typeface="+mn-lt"/>
          <a:ea typeface="+mn-ea"/>
          <a:cs typeface="+mn-cs"/>
        </a:defRPr>
      </a:lvl8pPr>
      <a:lvl9pPr marL="5507911" indent="-323995" algn="l" defTabSz="1295979" rtl="0" eaLnBrk="1" latinLnBrk="0" hangingPunct="1">
        <a:lnSpc>
          <a:spcPct val="90000"/>
        </a:lnSpc>
        <a:spcBef>
          <a:spcPts val="709"/>
        </a:spcBef>
        <a:buFont typeface="Arial" panose="020B0604020202020204" pitchFamily="34" charset="0"/>
        <a:buChar char="•"/>
        <a:defRPr sz="255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95979" rtl="0" eaLnBrk="1" latinLnBrk="0" hangingPunct="1">
        <a:defRPr sz="2551" kern="1200">
          <a:solidFill>
            <a:schemeClr val="tx1"/>
          </a:solidFill>
          <a:latin typeface="+mn-lt"/>
          <a:ea typeface="+mn-ea"/>
          <a:cs typeface="+mn-cs"/>
        </a:defRPr>
      </a:lvl1pPr>
      <a:lvl2pPr marL="647990" algn="l" defTabSz="1295979" rtl="0" eaLnBrk="1" latinLnBrk="0" hangingPunct="1">
        <a:defRPr sz="2551" kern="1200">
          <a:solidFill>
            <a:schemeClr val="tx1"/>
          </a:solidFill>
          <a:latin typeface="+mn-lt"/>
          <a:ea typeface="+mn-ea"/>
          <a:cs typeface="+mn-cs"/>
        </a:defRPr>
      </a:lvl2pPr>
      <a:lvl3pPr marL="1295979" algn="l" defTabSz="1295979" rtl="0" eaLnBrk="1" latinLnBrk="0" hangingPunct="1">
        <a:defRPr sz="2551" kern="1200">
          <a:solidFill>
            <a:schemeClr val="tx1"/>
          </a:solidFill>
          <a:latin typeface="+mn-lt"/>
          <a:ea typeface="+mn-ea"/>
          <a:cs typeface="+mn-cs"/>
        </a:defRPr>
      </a:lvl3pPr>
      <a:lvl4pPr marL="1943969" algn="l" defTabSz="1295979" rtl="0" eaLnBrk="1" latinLnBrk="0" hangingPunct="1">
        <a:defRPr sz="2551" kern="1200">
          <a:solidFill>
            <a:schemeClr val="tx1"/>
          </a:solidFill>
          <a:latin typeface="+mn-lt"/>
          <a:ea typeface="+mn-ea"/>
          <a:cs typeface="+mn-cs"/>
        </a:defRPr>
      </a:lvl4pPr>
      <a:lvl5pPr marL="2591958" algn="l" defTabSz="1295979" rtl="0" eaLnBrk="1" latinLnBrk="0" hangingPunct="1">
        <a:defRPr sz="2551" kern="1200">
          <a:solidFill>
            <a:schemeClr val="tx1"/>
          </a:solidFill>
          <a:latin typeface="+mn-lt"/>
          <a:ea typeface="+mn-ea"/>
          <a:cs typeface="+mn-cs"/>
        </a:defRPr>
      </a:lvl5pPr>
      <a:lvl6pPr marL="3239948" algn="l" defTabSz="1295979" rtl="0" eaLnBrk="1" latinLnBrk="0" hangingPunct="1">
        <a:defRPr sz="2551" kern="1200">
          <a:solidFill>
            <a:schemeClr val="tx1"/>
          </a:solidFill>
          <a:latin typeface="+mn-lt"/>
          <a:ea typeface="+mn-ea"/>
          <a:cs typeface="+mn-cs"/>
        </a:defRPr>
      </a:lvl6pPr>
      <a:lvl7pPr marL="3887937" algn="l" defTabSz="1295979" rtl="0" eaLnBrk="1" latinLnBrk="0" hangingPunct="1">
        <a:defRPr sz="2551" kern="1200">
          <a:solidFill>
            <a:schemeClr val="tx1"/>
          </a:solidFill>
          <a:latin typeface="+mn-lt"/>
          <a:ea typeface="+mn-ea"/>
          <a:cs typeface="+mn-cs"/>
        </a:defRPr>
      </a:lvl7pPr>
      <a:lvl8pPr marL="4535927" algn="l" defTabSz="1295979" rtl="0" eaLnBrk="1" latinLnBrk="0" hangingPunct="1">
        <a:defRPr sz="2551" kern="1200">
          <a:solidFill>
            <a:schemeClr val="tx1"/>
          </a:solidFill>
          <a:latin typeface="+mn-lt"/>
          <a:ea typeface="+mn-ea"/>
          <a:cs typeface="+mn-cs"/>
        </a:defRPr>
      </a:lvl8pPr>
      <a:lvl9pPr marL="5183916" algn="l" defTabSz="1295979" rtl="0" eaLnBrk="1" latinLnBrk="0" hangingPunct="1">
        <a:defRPr sz="255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microsoft.com/office/2007/relationships/hdphoto" Target="../media/hdphoto2.wdp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microsoft.com/office/2007/relationships/hdphoto" Target="../media/hdphoto4.wdp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5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6" Type="http://schemas.microsoft.com/office/2007/relationships/hdphoto" Target="../media/hdphoto6.wdp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7.wdp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5" Type="http://schemas.microsoft.com/office/2007/relationships/hdphoto" Target="../media/hdphoto8.wdp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microsoft.com/office/2007/relationships/hdphoto" Target="../media/hdphoto4.wdp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07/relationships/hdphoto" Target="../media/hdphoto5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6" Type="http://schemas.microsoft.com/office/2007/relationships/hdphoto" Target="../media/hdphoto6.wdp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microsoft.com/office/2007/relationships/hdphoto" Target="../media/hdphoto7.wdp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5" Type="http://schemas.microsoft.com/office/2007/relationships/hdphoto" Target="../media/hdphoto8.wdp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矩形: 圓角 29">
            <a:extLst>
              <a:ext uri="{FF2B5EF4-FFF2-40B4-BE49-F238E27FC236}">
                <a16:creationId xmlns:a16="http://schemas.microsoft.com/office/drawing/2014/main" id="{1B0580E5-40AB-7F39-FF2A-375B2D12E28E}"/>
              </a:ext>
            </a:extLst>
          </p:cNvPr>
          <p:cNvSpPr/>
          <p:nvPr/>
        </p:nvSpPr>
        <p:spPr>
          <a:xfrm>
            <a:off x="2468879" y="0"/>
            <a:ext cx="9280049" cy="1440180"/>
          </a:xfrm>
          <a:prstGeom prst="roundRect">
            <a:avLst>
              <a:gd name="adj" fmla="val 25662"/>
            </a:avLst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8" name="矩形: 圓角 17">
            <a:extLst>
              <a:ext uri="{FF2B5EF4-FFF2-40B4-BE49-F238E27FC236}">
                <a16:creationId xmlns:a16="http://schemas.microsoft.com/office/drawing/2014/main" id="{72BCD5D6-37C3-33B1-4CF8-DF0B1098B963}"/>
              </a:ext>
            </a:extLst>
          </p:cNvPr>
          <p:cNvSpPr/>
          <p:nvPr/>
        </p:nvSpPr>
        <p:spPr>
          <a:xfrm>
            <a:off x="-70335" y="855895"/>
            <a:ext cx="17420487" cy="5618180"/>
          </a:xfrm>
          <a:prstGeom prst="roundRect">
            <a:avLst>
              <a:gd name="adj" fmla="val 10893"/>
            </a:avLst>
          </a:prstGeom>
          <a:solidFill>
            <a:srgbClr val="215F9A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C1CFB86F-4B3F-1447-A212-DD87461D744C}"/>
              </a:ext>
            </a:extLst>
          </p:cNvPr>
          <p:cNvSpPr txBox="1"/>
          <p:nvPr/>
        </p:nvSpPr>
        <p:spPr>
          <a:xfrm>
            <a:off x="243840" y="29170"/>
            <a:ext cx="1981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5400" dirty="0">
                <a:solidFill>
                  <a:schemeClr val="bg1"/>
                </a:solidFill>
                <a:latin typeface="Magneto" panose="04030805050802020D02" pitchFamily="82" charset="0"/>
              </a:rPr>
              <a:t>PBK</a:t>
            </a:r>
            <a:endParaRPr lang="zh-TW" altLang="en-US" sz="5400" dirty="0">
              <a:solidFill>
                <a:schemeClr val="bg1"/>
              </a:solidFill>
              <a:latin typeface="Magneto" panose="04030805050802020D02" pitchFamily="82" charset="0"/>
            </a:endParaRPr>
          </a:p>
        </p:txBody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8E3305E9-85BE-BDEC-EBBC-F5C326EABE01}"/>
              </a:ext>
            </a:extLst>
          </p:cNvPr>
          <p:cNvSpPr/>
          <p:nvPr/>
        </p:nvSpPr>
        <p:spPr>
          <a:xfrm>
            <a:off x="2468880" y="0"/>
            <a:ext cx="3108960" cy="1440180"/>
          </a:xfrm>
          <a:prstGeom prst="roundRect">
            <a:avLst>
              <a:gd name="adj" fmla="val 25662"/>
            </a:avLst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13EB4456-E966-90D8-F261-61FEF4D96571}"/>
              </a:ext>
            </a:extLst>
          </p:cNvPr>
          <p:cNvSpPr/>
          <p:nvPr/>
        </p:nvSpPr>
        <p:spPr>
          <a:xfrm>
            <a:off x="-1" y="913730"/>
            <a:ext cx="17975385" cy="8877969"/>
          </a:xfrm>
          <a:prstGeom prst="roundRect">
            <a:avLst>
              <a:gd name="adj" fmla="val 8896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5960E888-D3BE-92C7-3E84-EB6732144A5E}"/>
              </a:ext>
            </a:extLst>
          </p:cNvPr>
          <p:cNvSpPr txBox="1"/>
          <p:nvPr/>
        </p:nvSpPr>
        <p:spPr>
          <a:xfrm>
            <a:off x="3315474" y="75336"/>
            <a:ext cx="141577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4800" dirty="0">
                <a:solidFill>
                  <a:schemeClr val="bg1"/>
                </a:solidFill>
                <a:latin typeface="Adobe 繁黑體 Std B" panose="020B0700000000000000" pitchFamily="34" charset="-120"/>
                <a:ea typeface="Adobe 繁黑體 Std B" panose="020B0700000000000000" pitchFamily="34" charset="-120"/>
              </a:rPr>
              <a:t>首頁</a:t>
            </a: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C449D5ED-52B9-8B58-F9A0-699E64594044}"/>
              </a:ext>
            </a:extLst>
          </p:cNvPr>
          <p:cNvSpPr txBox="1"/>
          <p:nvPr/>
        </p:nvSpPr>
        <p:spPr>
          <a:xfrm>
            <a:off x="6424434" y="75336"/>
            <a:ext cx="141577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4800" dirty="0">
                <a:solidFill>
                  <a:schemeClr val="bg1"/>
                </a:solidFill>
                <a:latin typeface="Adobe 繁黑體 Std B" panose="020B0700000000000000" pitchFamily="34" charset="-120"/>
                <a:ea typeface="Adobe 繁黑體 Std B" panose="020B0700000000000000" pitchFamily="34" charset="-120"/>
              </a:rPr>
              <a:t>狀態</a:t>
            </a:r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30AD348F-B3EB-C305-25A9-559468FF3D33}"/>
              </a:ext>
            </a:extLst>
          </p:cNvPr>
          <p:cNvSpPr txBox="1"/>
          <p:nvPr/>
        </p:nvSpPr>
        <p:spPr>
          <a:xfrm>
            <a:off x="9533394" y="75336"/>
            <a:ext cx="141577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4800" dirty="0">
                <a:solidFill>
                  <a:schemeClr val="bg1"/>
                </a:solidFill>
                <a:latin typeface="Adobe 繁黑體 Std B" panose="020B0700000000000000" pitchFamily="34" charset="-120"/>
                <a:ea typeface="Adobe 繁黑體 Std B" panose="020B0700000000000000" pitchFamily="34" charset="-120"/>
              </a:rPr>
              <a:t>設定</a:t>
            </a:r>
          </a:p>
        </p:txBody>
      </p:sp>
      <p:cxnSp>
        <p:nvCxnSpPr>
          <p:cNvPr id="23" name="直線接點 22">
            <a:extLst>
              <a:ext uri="{FF2B5EF4-FFF2-40B4-BE49-F238E27FC236}">
                <a16:creationId xmlns:a16="http://schemas.microsoft.com/office/drawing/2014/main" id="{D2990AD5-6521-5FFB-FB69-8ECA5FAE39B0}"/>
              </a:ext>
            </a:extLst>
          </p:cNvPr>
          <p:cNvCxnSpPr>
            <a:cxnSpLocks/>
          </p:cNvCxnSpPr>
          <p:nvPr/>
        </p:nvCxnSpPr>
        <p:spPr>
          <a:xfrm>
            <a:off x="8671560" y="58052"/>
            <a:ext cx="0" cy="749783"/>
          </a:xfrm>
          <a:prstGeom prst="line">
            <a:avLst/>
          </a:prstGeom>
          <a:ln w="5715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文字方塊 1">
            <a:extLst>
              <a:ext uri="{FF2B5EF4-FFF2-40B4-BE49-F238E27FC236}">
                <a16:creationId xmlns:a16="http://schemas.microsoft.com/office/drawing/2014/main" id="{E1D46112-0809-3BE1-F926-F58AA0EF36E6}"/>
              </a:ext>
            </a:extLst>
          </p:cNvPr>
          <p:cNvSpPr txBox="1"/>
          <p:nvPr/>
        </p:nvSpPr>
        <p:spPr>
          <a:xfrm>
            <a:off x="12241258" y="55563"/>
            <a:ext cx="264687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4800" dirty="0">
                <a:solidFill>
                  <a:schemeClr val="accent6">
                    <a:lumMod val="20000"/>
                    <a:lumOff val="80000"/>
                  </a:schemeClr>
                </a:solidFill>
                <a:latin typeface="Adobe 繁黑體 Std B" panose="020B0700000000000000" pitchFamily="34" charset="-120"/>
                <a:ea typeface="Adobe 繁黑體 Std B" panose="020B0700000000000000" pitchFamily="34" charset="-120"/>
              </a:rPr>
              <a:t>一切正常</a:t>
            </a:r>
          </a:p>
        </p:txBody>
      </p:sp>
      <p:sp>
        <p:nvSpPr>
          <p:cNvPr id="20" name="拱形 19">
            <a:extLst>
              <a:ext uri="{FF2B5EF4-FFF2-40B4-BE49-F238E27FC236}">
                <a16:creationId xmlns:a16="http://schemas.microsoft.com/office/drawing/2014/main" id="{6D0BC10D-6D34-68F8-74CD-953E66172AAD}"/>
              </a:ext>
            </a:extLst>
          </p:cNvPr>
          <p:cNvSpPr/>
          <p:nvPr/>
        </p:nvSpPr>
        <p:spPr>
          <a:xfrm>
            <a:off x="4563269" y="1329690"/>
            <a:ext cx="8153400" cy="8153400"/>
          </a:xfrm>
          <a:prstGeom prst="blockArc">
            <a:avLst>
              <a:gd name="adj1" fmla="val 6680888"/>
              <a:gd name="adj2" fmla="val 9213370"/>
              <a:gd name="adj3" fmla="val 10492"/>
            </a:avLst>
          </a:prstGeom>
          <a:solidFill>
            <a:schemeClr val="bg1"/>
          </a:solidFill>
          <a:ln>
            <a:noFill/>
          </a:ln>
          <a:effectLst>
            <a:glow rad="558800">
              <a:schemeClr val="bg1">
                <a:lumMod val="95000"/>
                <a:alpha val="58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  <a:effectLst>
                <a:glow>
                  <a:schemeClr val="accent1">
                    <a:alpha val="40000"/>
                  </a:schemeClr>
                </a:glow>
              </a:effectLst>
            </a:endParaRPr>
          </a:p>
        </p:txBody>
      </p:sp>
      <p:sp>
        <p:nvSpPr>
          <p:cNvPr id="21" name="拱形 20">
            <a:extLst>
              <a:ext uri="{FF2B5EF4-FFF2-40B4-BE49-F238E27FC236}">
                <a16:creationId xmlns:a16="http://schemas.microsoft.com/office/drawing/2014/main" id="{B832BF19-C29E-9961-D838-C568E822961B}"/>
              </a:ext>
            </a:extLst>
          </p:cNvPr>
          <p:cNvSpPr/>
          <p:nvPr/>
        </p:nvSpPr>
        <p:spPr>
          <a:xfrm rot="3300000">
            <a:off x="4563269" y="1329690"/>
            <a:ext cx="8153400" cy="8153400"/>
          </a:xfrm>
          <a:prstGeom prst="blockArc">
            <a:avLst>
              <a:gd name="adj1" fmla="val 6680888"/>
              <a:gd name="adj2" fmla="val 9213370"/>
              <a:gd name="adj3" fmla="val 10492"/>
            </a:avLst>
          </a:prstGeom>
          <a:solidFill>
            <a:schemeClr val="bg1"/>
          </a:solidFill>
          <a:ln>
            <a:noFill/>
          </a:ln>
          <a:effectLst>
            <a:glow rad="558800">
              <a:schemeClr val="bg1">
                <a:lumMod val="95000"/>
                <a:alpha val="58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  <a:effectLst>
                <a:glow>
                  <a:schemeClr val="accent1">
                    <a:alpha val="40000"/>
                  </a:schemeClr>
                </a:glow>
              </a:effectLst>
            </a:endParaRPr>
          </a:p>
        </p:txBody>
      </p:sp>
      <p:sp>
        <p:nvSpPr>
          <p:cNvPr id="22" name="拱形 21">
            <a:extLst>
              <a:ext uri="{FF2B5EF4-FFF2-40B4-BE49-F238E27FC236}">
                <a16:creationId xmlns:a16="http://schemas.microsoft.com/office/drawing/2014/main" id="{D7CD51D7-975D-858F-ACEF-8C208AE5323A}"/>
              </a:ext>
            </a:extLst>
          </p:cNvPr>
          <p:cNvSpPr/>
          <p:nvPr/>
        </p:nvSpPr>
        <p:spPr>
          <a:xfrm rot="6600000">
            <a:off x="4563269" y="1329690"/>
            <a:ext cx="8153400" cy="8153400"/>
          </a:xfrm>
          <a:prstGeom prst="blockArc">
            <a:avLst>
              <a:gd name="adj1" fmla="val 6680888"/>
              <a:gd name="adj2" fmla="val 9213370"/>
              <a:gd name="adj3" fmla="val 10492"/>
            </a:avLst>
          </a:prstGeom>
          <a:solidFill>
            <a:schemeClr val="bg1"/>
          </a:solidFill>
          <a:ln>
            <a:noFill/>
          </a:ln>
          <a:effectLst>
            <a:glow rad="558800">
              <a:schemeClr val="bg1">
                <a:lumMod val="95000"/>
                <a:alpha val="58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  <a:effectLst>
                <a:glow>
                  <a:schemeClr val="accent1">
                    <a:alpha val="40000"/>
                  </a:schemeClr>
                </a:glow>
              </a:effectLst>
            </a:endParaRPr>
          </a:p>
        </p:txBody>
      </p:sp>
      <p:sp>
        <p:nvSpPr>
          <p:cNvPr id="24" name="拱形 23">
            <a:extLst>
              <a:ext uri="{FF2B5EF4-FFF2-40B4-BE49-F238E27FC236}">
                <a16:creationId xmlns:a16="http://schemas.microsoft.com/office/drawing/2014/main" id="{6246E3CE-64FF-FAD4-62A2-9FE62C3545BB}"/>
              </a:ext>
            </a:extLst>
          </p:cNvPr>
          <p:cNvSpPr/>
          <p:nvPr/>
        </p:nvSpPr>
        <p:spPr>
          <a:xfrm rot="9900000">
            <a:off x="4563270" y="1329691"/>
            <a:ext cx="8153400" cy="8153400"/>
          </a:xfrm>
          <a:prstGeom prst="blockArc">
            <a:avLst>
              <a:gd name="adj1" fmla="val 6680888"/>
              <a:gd name="adj2" fmla="val 9213370"/>
              <a:gd name="adj3" fmla="val 10492"/>
            </a:avLst>
          </a:prstGeom>
          <a:solidFill>
            <a:schemeClr val="bg1"/>
          </a:solidFill>
          <a:ln>
            <a:noFill/>
          </a:ln>
          <a:effectLst>
            <a:glow rad="558800">
              <a:schemeClr val="bg1">
                <a:lumMod val="95000"/>
                <a:alpha val="58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  <a:effectLst>
                <a:glow>
                  <a:schemeClr val="accent1">
                    <a:alpha val="40000"/>
                  </a:schemeClr>
                </a:glow>
              </a:effectLst>
            </a:endParaRPr>
          </a:p>
        </p:txBody>
      </p:sp>
      <p:sp>
        <p:nvSpPr>
          <p:cNvPr id="25" name="拱形 24">
            <a:extLst>
              <a:ext uri="{FF2B5EF4-FFF2-40B4-BE49-F238E27FC236}">
                <a16:creationId xmlns:a16="http://schemas.microsoft.com/office/drawing/2014/main" id="{150CF481-DE9D-DDAD-51FE-F15E93F43B0F}"/>
              </a:ext>
            </a:extLst>
          </p:cNvPr>
          <p:cNvSpPr/>
          <p:nvPr/>
        </p:nvSpPr>
        <p:spPr>
          <a:xfrm rot="13200000">
            <a:off x="4563270" y="1329691"/>
            <a:ext cx="8153400" cy="8153400"/>
          </a:xfrm>
          <a:prstGeom prst="blockArc">
            <a:avLst>
              <a:gd name="adj1" fmla="val 6680888"/>
              <a:gd name="adj2" fmla="val 9213370"/>
              <a:gd name="adj3" fmla="val 10492"/>
            </a:avLst>
          </a:prstGeom>
          <a:solidFill>
            <a:schemeClr val="bg1"/>
          </a:solidFill>
          <a:ln>
            <a:noFill/>
          </a:ln>
          <a:effectLst>
            <a:glow rad="558800">
              <a:schemeClr val="bg1">
                <a:lumMod val="95000"/>
                <a:alpha val="58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  <a:effectLst>
                <a:glow>
                  <a:schemeClr val="accent1">
                    <a:alpha val="40000"/>
                  </a:schemeClr>
                </a:glow>
              </a:effectLst>
            </a:endParaRPr>
          </a:p>
        </p:txBody>
      </p:sp>
      <p:sp>
        <p:nvSpPr>
          <p:cNvPr id="26" name="拱形 25">
            <a:extLst>
              <a:ext uri="{FF2B5EF4-FFF2-40B4-BE49-F238E27FC236}">
                <a16:creationId xmlns:a16="http://schemas.microsoft.com/office/drawing/2014/main" id="{923F63DC-72F1-E9FE-3643-1D1C4982F13E}"/>
              </a:ext>
            </a:extLst>
          </p:cNvPr>
          <p:cNvSpPr/>
          <p:nvPr/>
        </p:nvSpPr>
        <p:spPr>
          <a:xfrm rot="16500000">
            <a:off x="4563270" y="1329691"/>
            <a:ext cx="8153400" cy="8153400"/>
          </a:xfrm>
          <a:prstGeom prst="blockArc">
            <a:avLst>
              <a:gd name="adj1" fmla="val 6680888"/>
              <a:gd name="adj2" fmla="val 9213370"/>
              <a:gd name="adj3" fmla="val 10492"/>
            </a:avLst>
          </a:prstGeom>
          <a:solidFill>
            <a:schemeClr val="bg1"/>
          </a:solidFill>
          <a:ln>
            <a:noFill/>
          </a:ln>
          <a:effectLst>
            <a:glow rad="558800">
              <a:schemeClr val="bg1">
                <a:lumMod val="95000"/>
                <a:alpha val="58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  <a:effectLst>
                <a:glow>
                  <a:schemeClr val="accent1">
                    <a:alpha val="40000"/>
                  </a:schemeClr>
                </a:glow>
              </a:effectLst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E0AF9E33-AE4B-7CD9-4977-0781C91F9212}"/>
              </a:ext>
            </a:extLst>
          </p:cNvPr>
          <p:cNvSpPr txBox="1"/>
          <p:nvPr/>
        </p:nvSpPr>
        <p:spPr>
          <a:xfrm>
            <a:off x="7310666" y="2713345"/>
            <a:ext cx="2658606" cy="5386090"/>
          </a:xfrm>
          <a:prstGeom prst="rect">
            <a:avLst/>
          </a:prstGeom>
          <a:noFill/>
          <a:effectLst>
            <a:glow rad="38100">
              <a:schemeClr val="bg1"/>
            </a:glow>
          </a:effectLst>
        </p:spPr>
        <p:txBody>
          <a:bodyPr wrap="square" rtlCol="0">
            <a:spAutoFit/>
          </a:bodyPr>
          <a:lstStyle/>
          <a:p>
            <a:r>
              <a:rPr lang="en-US" altLang="zh-TW" sz="34400" dirty="0">
                <a:solidFill>
                  <a:schemeClr val="bg1"/>
                </a:solidFill>
                <a:effectLst>
                  <a:glow rad="1219200">
                    <a:schemeClr val="bg1">
                      <a:alpha val="63000"/>
                    </a:schemeClr>
                  </a:glow>
                </a:effectLst>
                <a:ea typeface="Adobe 繁黑體 Std B" panose="020B0700000000000000" pitchFamily="34" charset="-120"/>
              </a:rPr>
              <a:t>6</a:t>
            </a:r>
            <a:endParaRPr lang="zh-TW" altLang="en-US" sz="34400" dirty="0">
              <a:solidFill>
                <a:schemeClr val="bg1"/>
              </a:solidFill>
              <a:effectLst>
                <a:glow rad="1219200">
                  <a:schemeClr val="bg1">
                    <a:alpha val="63000"/>
                  </a:schemeClr>
                </a:glow>
              </a:effectLst>
              <a:ea typeface="Adobe 繁黑體 Std B" panose="020B0700000000000000" pitchFamily="34" charset="-120"/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1B7776AF-C3BD-FDED-E7DB-16556BF7618A}"/>
              </a:ext>
            </a:extLst>
          </p:cNvPr>
          <p:cNvSpPr txBox="1"/>
          <p:nvPr/>
        </p:nvSpPr>
        <p:spPr>
          <a:xfrm>
            <a:off x="1016534" y="1653656"/>
            <a:ext cx="1981200" cy="3770263"/>
          </a:xfrm>
          <a:prstGeom prst="rect">
            <a:avLst/>
          </a:prstGeom>
          <a:noFill/>
          <a:effectLst>
            <a:glow rad="38100">
              <a:schemeClr val="bg1"/>
            </a:glow>
          </a:effectLst>
        </p:spPr>
        <p:txBody>
          <a:bodyPr wrap="square" rtlCol="0">
            <a:spAutoFit/>
          </a:bodyPr>
          <a:lstStyle/>
          <a:p>
            <a:r>
              <a:rPr lang="en-US" altLang="zh-TW" sz="23900" dirty="0">
                <a:solidFill>
                  <a:schemeClr val="accent3">
                    <a:lumMod val="60000"/>
                    <a:lumOff val="40000"/>
                  </a:schemeClr>
                </a:solidFill>
                <a:effectLst>
                  <a:glow rad="215900">
                    <a:schemeClr val="accent3">
                      <a:lumMod val="60000"/>
                      <a:lumOff val="40000"/>
                      <a:alpha val="63000"/>
                    </a:schemeClr>
                  </a:glow>
                </a:effectLst>
                <a:ea typeface="Adobe 繁黑體 Std B" panose="020B0700000000000000" pitchFamily="34" charset="-120"/>
              </a:rPr>
              <a:t>L</a:t>
            </a:r>
            <a:endParaRPr lang="zh-TW" altLang="en-US" sz="23900" dirty="0">
              <a:solidFill>
                <a:schemeClr val="accent3">
                  <a:lumMod val="60000"/>
                  <a:lumOff val="40000"/>
                </a:schemeClr>
              </a:solidFill>
              <a:effectLst>
                <a:glow rad="215900">
                  <a:schemeClr val="accent3">
                    <a:lumMod val="60000"/>
                    <a:lumOff val="40000"/>
                    <a:alpha val="63000"/>
                  </a:schemeClr>
                </a:glow>
              </a:effectLst>
              <a:ea typeface="Adobe 繁黑體 Std B" panose="020B0700000000000000" pitchFamily="34" charset="-120"/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2B86D763-B496-D3DD-7DFD-536AB07850BE}"/>
              </a:ext>
            </a:extLst>
          </p:cNvPr>
          <p:cNvSpPr txBox="1"/>
          <p:nvPr/>
        </p:nvSpPr>
        <p:spPr>
          <a:xfrm>
            <a:off x="14383354" y="1653655"/>
            <a:ext cx="1981200" cy="3770263"/>
          </a:xfrm>
          <a:prstGeom prst="rect">
            <a:avLst/>
          </a:prstGeom>
          <a:noFill/>
          <a:effectLst>
            <a:glow rad="38100">
              <a:schemeClr val="bg1"/>
            </a:glow>
          </a:effectLst>
        </p:spPr>
        <p:txBody>
          <a:bodyPr wrap="square" rtlCol="0">
            <a:spAutoFit/>
          </a:bodyPr>
          <a:lstStyle/>
          <a:p>
            <a:r>
              <a:rPr lang="en-US" altLang="zh-TW" sz="23900" dirty="0">
                <a:solidFill>
                  <a:schemeClr val="accent3">
                    <a:lumMod val="60000"/>
                    <a:lumOff val="40000"/>
                  </a:schemeClr>
                </a:solidFill>
                <a:effectLst>
                  <a:glow rad="215900">
                    <a:schemeClr val="accent3">
                      <a:lumMod val="60000"/>
                      <a:lumOff val="40000"/>
                      <a:alpha val="63000"/>
                    </a:schemeClr>
                  </a:glow>
                </a:effectLst>
                <a:ea typeface="Adobe 繁黑體 Std B" panose="020B0700000000000000" pitchFamily="34" charset="-120"/>
              </a:rPr>
              <a:t>R</a:t>
            </a:r>
            <a:endParaRPr lang="zh-TW" altLang="en-US" sz="23900" dirty="0">
              <a:solidFill>
                <a:schemeClr val="accent3">
                  <a:lumMod val="60000"/>
                  <a:lumOff val="40000"/>
                </a:schemeClr>
              </a:solidFill>
              <a:effectLst>
                <a:glow rad="215900">
                  <a:schemeClr val="accent3">
                    <a:lumMod val="60000"/>
                    <a:lumOff val="40000"/>
                    <a:alpha val="63000"/>
                  </a:schemeClr>
                </a:glow>
              </a:effectLst>
              <a:ea typeface="Adobe 繁黑體 Std B" panose="020B0700000000000000" pitchFamily="34" charset="-120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8AECEE5C-035C-EC32-B4BA-3A908AAC64E4}"/>
              </a:ext>
            </a:extLst>
          </p:cNvPr>
          <p:cNvSpPr txBox="1"/>
          <p:nvPr/>
        </p:nvSpPr>
        <p:spPr>
          <a:xfrm>
            <a:off x="1501176" y="5547098"/>
            <a:ext cx="1584613" cy="1862048"/>
          </a:xfrm>
          <a:prstGeom prst="rect">
            <a:avLst/>
          </a:prstGeom>
          <a:noFill/>
          <a:effectLst>
            <a:glow rad="38100">
              <a:schemeClr val="bg1"/>
            </a:glow>
          </a:effectLst>
        </p:spPr>
        <p:txBody>
          <a:bodyPr wrap="square" rtlCol="0">
            <a:spAutoFit/>
          </a:bodyPr>
          <a:lstStyle/>
          <a:p>
            <a:r>
              <a:rPr lang="en-US" altLang="zh-TW" sz="11500" dirty="0">
                <a:solidFill>
                  <a:srgbClr val="00B0F0"/>
                </a:solidFill>
                <a:effectLst>
                  <a:glow rad="215900">
                    <a:schemeClr val="accent4">
                      <a:lumMod val="60000"/>
                      <a:lumOff val="40000"/>
                      <a:alpha val="63000"/>
                    </a:schemeClr>
                  </a:glow>
                </a:effectLst>
                <a:ea typeface="Adobe 繁黑體 Std B" panose="020B0700000000000000" pitchFamily="34" charset="-120"/>
              </a:rPr>
              <a:t>L</a:t>
            </a:r>
            <a:endParaRPr lang="zh-TW" altLang="en-US" sz="11500" dirty="0">
              <a:solidFill>
                <a:srgbClr val="00B0F0"/>
              </a:solidFill>
              <a:effectLst>
                <a:glow rad="215900">
                  <a:schemeClr val="accent4">
                    <a:lumMod val="60000"/>
                    <a:lumOff val="40000"/>
                    <a:alpha val="63000"/>
                  </a:schemeClr>
                </a:glow>
              </a:effectLst>
              <a:ea typeface="Adobe 繁黑體 Std B" panose="020B0700000000000000" pitchFamily="34" charset="-120"/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CBE99ACA-6C7D-0650-6DA2-7401C9943699}"/>
              </a:ext>
            </a:extLst>
          </p:cNvPr>
          <p:cNvSpPr txBox="1"/>
          <p:nvPr/>
        </p:nvSpPr>
        <p:spPr>
          <a:xfrm>
            <a:off x="421449" y="7197955"/>
            <a:ext cx="3992635" cy="1862048"/>
          </a:xfrm>
          <a:prstGeom prst="rect">
            <a:avLst/>
          </a:prstGeom>
          <a:noFill/>
          <a:effectLst>
            <a:glow rad="38100">
              <a:schemeClr val="bg1"/>
            </a:glow>
          </a:effectLst>
        </p:spPr>
        <p:txBody>
          <a:bodyPr wrap="square" rtlCol="0">
            <a:spAutoFit/>
          </a:bodyPr>
          <a:lstStyle/>
          <a:p>
            <a:r>
              <a:rPr lang="en-US" altLang="zh-TW" sz="11500" dirty="0">
                <a:solidFill>
                  <a:srgbClr val="00B0F0"/>
                </a:solidFill>
                <a:effectLst>
                  <a:glow rad="215900">
                    <a:schemeClr val="accent4">
                      <a:lumMod val="60000"/>
                      <a:lumOff val="40000"/>
                      <a:alpha val="63000"/>
                    </a:schemeClr>
                  </a:glow>
                </a:effectLst>
                <a:ea typeface="Adobe 繁黑體 Std B" panose="020B0700000000000000" pitchFamily="34" charset="-120"/>
              </a:rPr>
              <a:t>CNC</a:t>
            </a:r>
            <a:endParaRPr lang="zh-TW" altLang="en-US" sz="11500" dirty="0">
              <a:solidFill>
                <a:srgbClr val="00B0F0"/>
              </a:solidFill>
              <a:effectLst>
                <a:glow rad="215900">
                  <a:schemeClr val="accent4">
                    <a:lumMod val="60000"/>
                    <a:lumOff val="40000"/>
                    <a:alpha val="63000"/>
                  </a:schemeClr>
                </a:glow>
              </a:effectLst>
              <a:ea typeface="Adobe 繁黑體 Std B" panose="020B0700000000000000" pitchFamily="34" charset="-120"/>
            </a:endParaRP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8821764E-64B6-E374-C766-D704A07A7C9A}"/>
              </a:ext>
            </a:extLst>
          </p:cNvPr>
          <p:cNvSpPr txBox="1"/>
          <p:nvPr/>
        </p:nvSpPr>
        <p:spPr>
          <a:xfrm>
            <a:off x="14903149" y="5547098"/>
            <a:ext cx="1584613" cy="1862048"/>
          </a:xfrm>
          <a:prstGeom prst="rect">
            <a:avLst/>
          </a:prstGeom>
          <a:noFill/>
          <a:effectLst>
            <a:glow rad="38100">
              <a:schemeClr val="bg1"/>
            </a:glow>
          </a:effectLst>
        </p:spPr>
        <p:txBody>
          <a:bodyPr wrap="square" rtlCol="0">
            <a:spAutoFit/>
          </a:bodyPr>
          <a:lstStyle/>
          <a:p>
            <a:r>
              <a:rPr lang="en-US" altLang="zh-TW" sz="11500" dirty="0">
                <a:solidFill>
                  <a:srgbClr val="00B0F0"/>
                </a:solidFill>
                <a:effectLst>
                  <a:glow rad="215900">
                    <a:schemeClr val="accent4">
                      <a:lumMod val="60000"/>
                      <a:lumOff val="40000"/>
                      <a:alpha val="63000"/>
                    </a:schemeClr>
                  </a:glow>
                </a:effectLst>
                <a:ea typeface="Adobe 繁黑體 Std B" panose="020B0700000000000000" pitchFamily="34" charset="-120"/>
              </a:rPr>
              <a:t>R</a:t>
            </a:r>
            <a:endParaRPr lang="zh-TW" altLang="en-US" sz="11500" dirty="0">
              <a:solidFill>
                <a:srgbClr val="00B0F0"/>
              </a:solidFill>
              <a:effectLst>
                <a:glow rad="215900">
                  <a:schemeClr val="accent4">
                    <a:lumMod val="60000"/>
                    <a:lumOff val="40000"/>
                    <a:alpha val="63000"/>
                  </a:schemeClr>
                </a:glow>
              </a:effectLst>
              <a:ea typeface="Adobe 繁黑體 Std B" panose="020B0700000000000000" pitchFamily="34" charset="-120"/>
            </a:endParaRP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98D05516-431E-2D90-125A-1234C2AA6990}"/>
              </a:ext>
            </a:extLst>
          </p:cNvPr>
          <p:cNvSpPr txBox="1"/>
          <p:nvPr/>
        </p:nvSpPr>
        <p:spPr>
          <a:xfrm>
            <a:off x="14506562" y="7197955"/>
            <a:ext cx="1981200" cy="1862048"/>
          </a:xfrm>
          <a:prstGeom prst="rect">
            <a:avLst/>
          </a:prstGeom>
          <a:noFill/>
          <a:effectLst>
            <a:glow rad="38100">
              <a:schemeClr val="bg1"/>
            </a:glow>
          </a:effectLst>
        </p:spPr>
        <p:txBody>
          <a:bodyPr wrap="square" rtlCol="0">
            <a:spAutoFit/>
          </a:bodyPr>
          <a:lstStyle/>
          <a:p>
            <a:r>
              <a:rPr lang="en-US" altLang="zh-TW" sz="11500" dirty="0">
                <a:solidFill>
                  <a:srgbClr val="00B0F0"/>
                </a:solidFill>
                <a:effectLst>
                  <a:glow rad="215900">
                    <a:schemeClr val="accent4">
                      <a:lumMod val="60000"/>
                      <a:lumOff val="40000"/>
                      <a:alpha val="63000"/>
                    </a:schemeClr>
                  </a:glow>
                </a:effectLst>
                <a:ea typeface="Adobe 繁黑體 Std B" panose="020B0700000000000000" pitchFamily="34" charset="-120"/>
              </a:rPr>
              <a:t>RF</a:t>
            </a:r>
            <a:endParaRPr lang="zh-TW" altLang="en-US" sz="11500" dirty="0">
              <a:solidFill>
                <a:srgbClr val="00B0F0"/>
              </a:solidFill>
              <a:effectLst>
                <a:glow rad="215900">
                  <a:schemeClr val="accent4">
                    <a:lumMod val="60000"/>
                    <a:lumOff val="40000"/>
                    <a:alpha val="63000"/>
                  </a:schemeClr>
                </a:glow>
              </a:effectLst>
              <a:ea typeface="Adobe 繁黑體 Std B" panose="020B0700000000000000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9454051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803D5C1-1988-60C7-2CBE-EAE44777CB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矩形: 圓角 29">
            <a:extLst>
              <a:ext uri="{FF2B5EF4-FFF2-40B4-BE49-F238E27FC236}">
                <a16:creationId xmlns:a16="http://schemas.microsoft.com/office/drawing/2014/main" id="{EC523436-17E4-C9DE-1871-7E4C25C280D3}"/>
              </a:ext>
            </a:extLst>
          </p:cNvPr>
          <p:cNvSpPr/>
          <p:nvPr/>
        </p:nvSpPr>
        <p:spPr>
          <a:xfrm>
            <a:off x="2468879" y="0"/>
            <a:ext cx="9280049" cy="1440180"/>
          </a:xfrm>
          <a:prstGeom prst="roundRect">
            <a:avLst>
              <a:gd name="adj" fmla="val 25662"/>
            </a:avLst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8" name="矩形: 圓角 17">
            <a:extLst>
              <a:ext uri="{FF2B5EF4-FFF2-40B4-BE49-F238E27FC236}">
                <a16:creationId xmlns:a16="http://schemas.microsoft.com/office/drawing/2014/main" id="{60EA7D1C-C2EA-2AAA-5586-C1F18D41F749}"/>
              </a:ext>
            </a:extLst>
          </p:cNvPr>
          <p:cNvSpPr/>
          <p:nvPr/>
        </p:nvSpPr>
        <p:spPr>
          <a:xfrm>
            <a:off x="-70335" y="855895"/>
            <a:ext cx="17420487" cy="5618180"/>
          </a:xfrm>
          <a:prstGeom prst="roundRect">
            <a:avLst>
              <a:gd name="adj" fmla="val 10893"/>
            </a:avLst>
          </a:prstGeom>
          <a:solidFill>
            <a:srgbClr val="215F9A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E46C4564-DBF9-76C6-CEC9-C18436B2BF59}"/>
              </a:ext>
            </a:extLst>
          </p:cNvPr>
          <p:cNvSpPr txBox="1"/>
          <p:nvPr/>
        </p:nvSpPr>
        <p:spPr>
          <a:xfrm>
            <a:off x="243840" y="29170"/>
            <a:ext cx="1981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5400" dirty="0">
                <a:solidFill>
                  <a:schemeClr val="bg1"/>
                </a:solidFill>
                <a:latin typeface="Magneto" panose="04030805050802020D02" pitchFamily="82" charset="0"/>
              </a:rPr>
              <a:t>PBK</a:t>
            </a:r>
            <a:endParaRPr lang="zh-TW" altLang="en-US" sz="5400" dirty="0">
              <a:solidFill>
                <a:schemeClr val="bg1"/>
              </a:solidFill>
              <a:latin typeface="Magneto" panose="04030805050802020D02" pitchFamily="82" charset="0"/>
            </a:endParaRPr>
          </a:p>
        </p:txBody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C0A9E265-EB43-B00F-CDAA-90C123CCAD2B}"/>
              </a:ext>
            </a:extLst>
          </p:cNvPr>
          <p:cNvSpPr/>
          <p:nvPr/>
        </p:nvSpPr>
        <p:spPr>
          <a:xfrm>
            <a:off x="2468880" y="0"/>
            <a:ext cx="3108960" cy="1440180"/>
          </a:xfrm>
          <a:prstGeom prst="roundRect">
            <a:avLst>
              <a:gd name="adj" fmla="val 25662"/>
            </a:avLst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8B65C1FB-6F98-51F7-3522-9B75498F0CA8}"/>
              </a:ext>
            </a:extLst>
          </p:cNvPr>
          <p:cNvSpPr/>
          <p:nvPr/>
        </p:nvSpPr>
        <p:spPr>
          <a:xfrm>
            <a:off x="-1" y="913730"/>
            <a:ext cx="17975385" cy="8877969"/>
          </a:xfrm>
          <a:prstGeom prst="roundRect">
            <a:avLst>
              <a:gd name="adj" fmla="val 8896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204B3DF9-441A-E160-5AAD-A45E036B44F0}"/>
              </a:ext>
            </a:extLst>
          </p:cNvPr>
          <p:cNvSpPr txBox="1"/>
          <p:nvPr/>
        </p:nvSpPr>
        <p:spPr>
          <a:xfrm>
            <a:off x="3315474" y="75336"/>
            <a:ext cx="141577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4800" dirty="0">
                <a:solidFill>
                  <a:schemeClr val="bg1"/>
                </a:solidFill>
                <a:latin typeface="Adobe 繁黑體 Std B" panose="020B0700000000000000" pitchFamily="34" charset="-120"/>
                <a:ea typeface="Adobe 繁黑體 Std B" panose="020B0700000000000000" pitchFamily="34" charset="-120"/>
              </a:rPr>
              <a:t>首頁</a:t>
            </a: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DFC5747E-26DD-7F4F-55DC-154A0743B8AA}"/>
              </a:ext>
            </a:extLst>
          </p:cNvPr>
          <p:cNvSpPr txBox="1"/>
          <p:nvPr/>
        </p:nvSpPr>
        <p:spPr>
          <a:xfrm>
            <a:off x="6424434" y="75336"/>
            <a:ext cx="141577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4800" dirty="0">
                <a:solidFill>
                  <a:schemeClr val="bg1"/>
                </a:solidFill>
                <a:latin typeface="Adobe 繁黑體 Std B" panose="020B0700000000000000" pitchFamily="34" charset="-120"/>
                <a:ea typeface="Adobe 繁黑體 Std B" panose="020B0700000000000000" pitchFamily="34" charset="-120"/>
              </a:rPr>
              <a:t>狀態</a:t>
            </a:r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1CB53411-3BDE-5A09-C95E-686797EA616F}"/>
              </a:ext>
            </a:extLst>
          </p:cNvPr>
          <p:cNvSpPr txBox="1"/>
          <p:nvPr/>
        </p:nvSpPr>
        <p:spPr>
          <a:xfrm>
            <a:off x="9533394" y="75336"/>
            <a:ext cx="141577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4800" dirty="0">
                <a:solidFill>
                  <a:schemeClr val="bg1"/>
                </a:solidFill>
                <a:latin typeface="Adobe 繁黑體 Std B" panose="020B0700000000000000" pitchFamily="34" charset="-120"/>
                <a:ea typeface="Adobe 繁黑體 Std B" panose="020B0700000000000000" pitchFamily="34" charset="-120"/>
              </a:rPr>
              <a:t>設定</a:t>
            </a:r>
          </a:p>
        </p:txBody>
      </p:sp>
      <p:cxnSp>
        <p:nvCxnSpPr>
          <p:cNvPr id="23" name="直線接點 22">
            <a:extLst>
              <a:ext uri="{FF2B5EF4-FFF2-40B4-BE49-F238E27FC236}">
                <a16:creationId xmlns:a16="http://schemas.microsoft.com/office/drawing/2014/main" id="{3D5CA6DA-D96B-73CE-9228-9A072E83EC91}"/>
              </a:ext>
            </a:extLst>
          </p:cNvPr>
          <p:cNvCxnSpPr>
            <a:cxnSpLocks/>
          </p:cNvCxnSpPr>
          <p:nvPr/>
        </p:nvCxnSpPr>
        <p:spPr>
          <a:xfrm>
            <a:off x="8671560" y="58052"/>
            <a:ext cx="0" cy="749783"/>
          </a:xfrm>
          <a:prstGeom prst="line">
            <a:avLst/>
          </a:prstGeom>
          <a:ln w="5715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文字方塊 1">
            <a:extLst>
              <a:ext uri="{FF2B5EF4-FFF2-40B4-BE49-F238E27FC236}">
                <a16:creationId xmlns:a16="http://schemas.microsoft.com/office/drawing/2014/main" id="{9D0BC530-7B2A-5A82-5EC6-74089F011DA8}"/>
              </a:ext>
            </a:extLst>
          </p:cNvPr>
          <p:cNvSpPr txBox="1"/>
          <p:nvPr/>
        </p:nvSpPr>
        <p:spPr>
          <a:xfrm>
            <a:off x="12241258" y="55563"/>
            <a:ext cx="264687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4800" dirty="0">
                <a:solidFill>
                  <a:schemeClr val="accent6">
                    <a:lumMod val="20000"/>
                    <a:lumOff val="80000"/>
                  </a:schemeClr>
                </a:solidFill>
                <a:latin typeface="Adobe 繁黑體 Std B" panose="020B0700000000000000" pitchFamily="34" charset="-120"/>
                <a:ea typeface="Adobe 繁黑體 Std B" panose="020B0700000000000000" pitchFamily="34" charset="-120"/>
              </a:rPr>
              <a:t>一切正常</a:t>
            </a:r>
          </a:p>
        </p:txBody>
      </p:sp>
      <p:sp>
        <p:nvSpPr>
          <p:cNvPr id="3" name="拱形 2">
            <a:extLst>
              <a:ext uri="{FF2B5EF4-FFF2-40B4-BE49-F238E27FC236}">
                <a16:creationId xmlns:a16="http://schemas.microsoft.com/office/drawing/2014/main" id="{2B4936B0-1EA3-D654-7A86-4385C46920BE}"/>
              </a:ext>
            </a:extLst>
          </p:cNvPr>
          <p:cNvSpPr/>
          <p:nvPr/>
        </p:nvSpPr>
        <p:spPr>
          <a:xfrm>
            <a:off x="4563269" y="1329690"/>
            <a:ext cx="8153400" cy="8153400"/>
          </a:xfrm>
          <a:prstGeom prst="blockArc">
            <a:avLst>
              <a:gd name="adj1" fmla="val 6680888"/>
              <a:gd name="adj2" fmla="val 9213370"/>
              <a:gd name="adj3" fmla="val 10492"/>
            </a:avLst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  <a:effectLst>
                <a:glow>
                  <a:schemeClr val="accent1">
                    <a:alpha val="40000"/>
                  </a:schemeClr>
                </a:glow>
              </a:effectLst>
            </a:endParaRPr>
          </a:p>
        </p:txBody>
      </p:sp>
      <p:sp>
        <p:nvSpPr>
          <p:cNvPr id="16" name="拱形 15">
            <a:extLst>
              <a:ext uri="{FF2B5EF4-FFF2-40B4-BE49-F238E27FC236}">
                <a16:creationId xmlns:a16="http://schemas.microsoft.com/office/drawing/2014/main" id="{81AF5508-C812-ADFB-04EC-2EC3C909516C}"/>
              </a:ext>
            </a:extLst>
          </p:cNvPr>
          <p:cNvSpPr/>
          <p:nvPr/>
        </p:nvSpPr>
        <p:spPr>
          <a:xfrm rot="3300000">
            <a:off x="4563269" y="1329690"/>
            <a:ext cx="8153400" cy="8153400"/>
          </a:xfrm>
          <a:prstGeom prst="blockArc">
            <a:avLst>
              <a:gd name="adj1" fmla="val 6680888"/>
              <a:gd name="adj2" fmla="val 9213370"/>
              <a:gd name="adj3" fmla="val 10492"/>
            </a:avLst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  <a:effectLst>
                <a:glow>
                  <a:schemeClr val="accent1">
                    <a:alpha val="40000"/>
                  </a:schemeClr>
                </a:glow>
              </a:effectLst>
            </a:endParaRPr>
          </a:p>
        </p:txBody>
      </p:sp>
      <p:sp>
        <p:nvSpPr>
          <p:cNvPr id="17" name="拱形 16">
            <a:extLst>
              <a:ext uri="{FF2B5EF4-FFF2-40B4-BE49-F238E27FC236}">
                <a16:creationId xmlns:a16="http://schemas.microsoft.com/office/drawing/2014/main" id="{4DDBE6CC-8B74-9F2E-0C2A-ACAD7A24732E}"/>
              </a:ext>
            </a:extLst>
          </p:cNvPr>
          <p:cNvSpPr/>
          <p:nvPr/>
        </p:nvSpPr>
        <p:spPr>
          <a:xfrm rot="6600000">
            <a:off x="4563269" y="1329690"/>
            <a:ext cx="8153400" cy="8153400"/>
          </a:xfrm>
          <a:prstGeom prst="blockArc">
            <a:avLst>
              <a:gd name="adj1" fmla="val 6680888"/>
              <a:gd name="adj2" fmla="val 9213370"/>
              <a:gd name="adj3" fmla="val 10492"/>
            </a:avLst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  <a:effectLst>
                <a:glow>
                  <a:schemeClr val="accent1">
                    <a:alpha val="40000"/>
                  </a:schemeClr>
                </a:glow>
              </a:effectLst>
            </a:endParaRPr>
          </a:p>
        </p:txBody>
      </p:sp>
      <p:sp>
        <p:nvSpPr>
          <p:cNvPr id="27" name="拱形 26">
            <a:extLst>
              <a:ext uri="{FF2B5EF4-FFF2-40B4-BE49-F238E27FC236}">
                <a16:creationId xmlns:a16="http://schemas.microsoft.com/office/drawing/2014/main" id="{C09488CB-0F5D-4104-728C-55CF9AA6F177}"/>
              </a:ext>
            </a:extLst>
          </p:cNvPr>
          <p:cNvSpPr/>
          <p:nvPr/>
        </p:nvSpPr>
        <p:spPr>
          <a:xfrm rot="9900000">
            <a:off x="4563270" y="1329691"/>
            <a:ext cx="8153400" cy="8153400"/>
          </a:xfrm>
          <a:prstGeom prst="blockArc">
            <a:avLst>
              <a:gd name="adj1" fmla="val 6680888"/>
              <a:gd name="adj2" fmla="val 9213370"/>
              <a:gd name="adj3" fmla="val 10492"/>
            </a:avLst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  <a:effectLst>
                <a:glow>
                  <a:schemeClr val="accent1">
                    <a:alpha val="40000"/>
                  </a:schemeClr>
                </a:glow>
              </a:effectLst>
            </a:endParaRPr>
          </a:p>
        </p:txBody>
      </p:sp>
      <p:sp>
        <p:nvSpPr>
          <p:cNvPr id="28" name="拱形 27">
            <a:extLst>
              <a:ext uri="{FF2B5EF4-FFF2-40B4-BE49-F238E27FC236}">
                <a16:creationId xmlns:a16="http://schemas.microsoft.com/office/drawing/2014/main" id="{4F928EFE-0F29-2BAE-3B8F-D247B0EF089F}"/>
              </a:ext>
            </a:extLst>
          </p:cNvPr>
          <p:cNvSpPr/>
          <p:nvPr/>
        </p:nvSpPr>
        <p:spPr>
          <a:xfrm rot="13200000">
            <a:off x="4563270" y="1329691"/>
            <a:ext cx="8153400" cy="8153400"/>
          </a:xfrm>
          <a:prstGeom prst="blockArc">
            <a:avLst>
              <a:gd name="adj1" fmla="val 6680888"/>
              <a:gd name="adj2" fmla="val 9213370"/>
              <a:gd name="adj3" fmla="val 10492"/>
            </a:avLst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  <a:effectLst>
                <a:glow>
                  <a:schemeClr val="accent1">
                    <a:alpha val="40000"/>
                  </a:schemeClr>
                </a:glow>
              </a:effectLst>
            </a:endParaRPr>
          </a:p>
        </p:txBody>
      </p:sp>
      <p:sp>
        <p:nvSpPr>
          <p:cNvPr id="29" name="拱形 28">
            <a:extLst>
              <a:ext uri="{FF2B5EF4-FFF2-40B4-BE49-F238E27FC236}">
                <a16:creationId xmlns:a16="http://schemas.microsoft.com/office/drawing/2014/main" id="{BE430469-877C-4C01-8F41-C23CEDAD8960}"/>
              </a:ext>
            </a:extLst>
          </p:cNvPr>
          <p:cNvSpPr/>
          <p:nvPr/>
        </p:nvSpPr>
        <p:spPr>
          <a:xfrm rot="16500000">
            <a:off x="4563270" y="1329691"/>
            <a:ext cx="8153400" cy="8153400"/>
          </a:xfrm>
          <a:prstGeom prst="blockArc">
            <a:avLst>
              <a:gd name="adj1" fmla="val 6680888"/>
              <a:gd name="adj2" fmla="val 9213370"/>
              <a:gd name="adj3" fmla="val 10492"/>
            </a:avLst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  <a:effectLst>
                <a:glow>
                  <a:schemeClr val="accent1">
                    <a:alpha val="40000"/>
                  </a:schemeClr>
                </a:glow>
              </a:effectLst>
            </a:endParaRPr>
          </a:p>
        </p:txBody>
      </p:sp>
      <p:sp>
        <p:nvSpPr>
          <p:cNvPr id="31" name="文字方塊 30">
            <a:extLst>
              <a:ext uri="{FF2B5EF4-FFF2-40B4-BE49-F238E27FC236}">
                <a16:creationId xmlns:a16="http://schemas.microsoft.com/office/drawing/2014/main" id="{3A5C25EC-25F9-B589-1802-2B3474008293}"/>
              </a:ext>
            </a:extLst>
          </p:cNvPr>
          <p:cNvSpPr txBox="1"/>
          <p:nvPr/>
        </p:nvSpPr>
        <p:spPr>
          <a:xfrm>
            <a:off x="7310666" y="2713345"/>
            <a:ext cx="2658606" cy="5386090"/>
          </a:xfrm>
          <a:prstGeom prst="rect">
            <a:avLst/>
          </a:prstGeom>
          <a:noFill/>
          <a:effectLst>
            <a:glow rad="38100">
              <a:schemeClr val="bg1"/>
            </a:glow>
          </a:effectLst>
        </p:spPr>
        <p:txBody>
          <a:bodyPr wrap="square" rtlCol="0">
            <a:spAutoFit/>
          </a:bodyPr>
          <a:lstStyle/>
          <a:p>
            <a:r>
              <a:rPr lang="en-US" altLang="zh-TW" sz="34400" dirty="0">
                <a:solidFill>
                  <a:schemeClr val="bg1"/>
                </a:solidFill>
                <a:ea typeface="Adobe 繁黑體 Std B" panose="020B0700000000000000" pitchFamily="34" charset="-120"/>
              </a:rPr>
              <a:t>0</a:t>
            </a:r>
            <a:endParaRPr lang="zh-TW" altLang="en-US" sz="34400" dirty="0">
              <a:solidFill>
                <a:schemeClr val="bg1"/>
              </a:solidFill>
              <a:ea typeface="Adobe 繁黑體 Std B" panose="020B0700000000000000" pitchFamily="34" charset="-120"/>
            </a:endParaRPr>
          </a:p>
        </p:txBody>
      </p:sp>
      <p:sp>
        <p:nvSpPr>
          <p:cNvPr id="32" name="文字方塊 31">
            <a:extLst>
              <a:ext uri="{FF2B5EF4-FFF2-40B4-BE49-F238E27FC236}">
                <a16:creationId xmlns:a16="http://schemas.microsoft.com/office/drawing/2014/main" id="{A53EF507-BF0D-3B8B-A839-426C6A0B4B6F}"/>
              </a:ext>
            </a:extLst>
          </p:cNvPr>
          <p:cNvSpPr txBox="1"/>
          <p:nvPr/>
        </p:nvSpPr>
        <p:spPr>
          <a:xfrm>
            <a:off x="1016534" y="1106583"/>
            <a:ext cx="1981200" cy="3770263"/>
          </a:xfrm>
          <a:prstGeom prst="rect">
            <a:avLst/>
          </a:prstGeom>
          <a:noFill/>
          <a:effectLst>
            <a:glow rad="38100">
              <a:schemeClr val="bg1"/>
            </a:glow>
          </a:effectLst>
        </p:spPr>
        <p:txBody>
          <a:bodyPr wrap="square" rtlCol="0">
            <a:spAutoFit/>
          </a:bodyPr>
          <a:lstStyle/>
          <a:p>
            <a:r>
              <a:rPr lang="en-US" altLang="zh-TW" sz="23900" dirty="0">
                <a:solidFill>
                  <a:srgbClr val="7F7F7F"/>
                </a:solidFill>
                <a:effectLst/>
                <a:ea typeface="Adobe 繁黑體 Std B" panose="020B0700000000000000" pitchFamily="34" charset="-120"/>
              </a:rPr>
              <a:t>L</a:t>
            </a:r>
            <a:endParaRPr lang="zh-TW" altLang="en-US" sz="23900" dirty="0">
              <a:solidFill>
                <a:srgbClr val="7F7F7F"/>
              </a:solidFill>
              <a:effectLst/>
              <a:ea typeface="Adobe 繁黑體 Std B" panose="020B0700000000000000" pitchFamily="34" charset="-120"/>
            </a:endParaRPr>
          </a:p>
        </p:txBody>
      </p:sp>
      <p:sp>
        <p:nvSpPr>
          <p:cNvPr id="33" name="文字方塊 32">
            <a:extLst>
              <a:ext uri="{FF2B5EF4-FFF2-40B4-BE49-F238E27FC236}">
                <a16:creationId xmlns:a16="http://schemas.microsoft.com/office/drawing/2014/main" id="{C5ECD1AB-5502-34F7-0F24-F662FD182C98}"/>
              </a:ext>
            </a:extLst>
          </p:cNvPr>
          <p:cNvSpPr txBox="1"/>
          <p:nvPr/>
        </p:nvSpPr>
        <p:spPr>
          <a:xfrm>
            <a:off x="14203605" y="1106582"/>
            <a:ext cx="1981200" cy="3770263"/>
          </a:xfrm>
          <a:prstGeom prst="rect">
            <a:avLst/>
          </a:prstGeom>
          <a:noFill/>
          <a:effectLst>
            <a:glow rad="38100">
              <a:schemeClr val="bg1"/>
            </a:glow>
          </a:effectLst>
        </p:spPr>
        <p:txBody>
          <a:bodyPr wrap="square" rtlCol="0">
            <a:spAutoFit/>
          </a:bodyPr>
          <a:lstStyle/>
          <a:p>
            <a:r>
              <a:rPr lang="en-US" altLang="zh-TW" sz="23900" dirty="0">
                <a:solidFill>
                  <a:srgbClr val="7F7F7F"/>
                </a:solidFill>
                <a:effectLst/>
                <a:ea typeface="Adobe 繁黑體 Std B" panose="020B0700000000000000" pitchFamily="34" charset="-120"/>
              </a:rPr>
              <a:t>R</a:t>
            </a:r>
            <a:endParaRPr lang="zh-TW" altLang="en-US" sz="23900" dirty="0">
              <a:solidFill>
                <a:srgbClr val="7F7F7F"/>
              </a:solidFill>
              <a:effectLst/>
              <a:ea typeface="Adobe 繁黑體 Std B" panose="020B0700000000000000" pitchFamily="34" charset="-120"/>
            </a:endParaRPr>
          </a:p>
        </p:txBody>
      </p:sp>
      <p:sp>
        <p:nvSpPr>
          <p:cNvPr id="34" name="文字方塊 33">
            <a:extLst>
              <a:ext uri="{FF2B5EF4-FFF2-40B4-BE49-F238E27FC236}">
                <a16:creationId xmlns:a16="http://schemas.microsoft.com/office/drawing/2014/main" id="{A879C7BC-D21A-1155-871A-8A1768EAB06F}"/>
              </a:ext>
            </a:extLst>
          </p:cNvPr>
          <p:cNvSpPr txBox="1"/>
          <p:nvPr/>
        </p:nvSpPr>
        <p:spPr>
          <a:xfrm>
            <a:off x="1501176" y="5429870"/>
            <a:ext cx="1584613" cy="1862048"/>
          </a:xfrm>
          <a:prstGeom prst="rect">
            <a:avLst/>
          </a:prstGeom>
          <a:noFill/>
          <a:effectLst>
            <a:glow rad="38100">
              <a:schemeClr val="bg1"/>
            </a:glow>
          </a:effectLst>
        </p:spPr>
        <p:txBody>
          <a:bodyPr wrap="square" rtlCol="0">
            <a:spAutoFit/>
          </a:bodyPr>
          <a:lstStyle/>
          <a:p>
            <a:r>
              <a:rPr lang="en-US" altLang="zh-TW" sz="11500" dirty="0">
                <a:solidFill>
                  <a:srgbClr val="7F7F7F"/>
                </a:solidFill>
                <a:effectLst/>
                <a:ea typeface="Adobe 繁黑體 Std B" panose="020B0700000000000000" pitchFamily="34" charset="-120"/>
              </a:rPr>
              <a:t>L</a:t>
            </a:r>
            <a:endParaRPr lang="zh-TW" altLang="en-US" sz="11500" dirty="0">
              <a:solidFill>
                <a:srgbClr val="7F7F7F"/>
              </a:solidFill>
              <a:effectLst/>
              <a:ea typeface="Adobe 繁黑體 Std B" panose="020B0700000000000000" pitchFamily="34" charset="-120"/>
            </a:endParaRPr>
          </a:p>
        </p:txBody>
      </p:sp>
      <p:sp>
        <p:nvSpPr>
          <p:cNvPr id="35" name="文字方塊 34">
            <a:extLst>
              <a:ext uri="{FF2B5EF4-FFF2-40B4-BE49-F238E27FC236}">
                <a16:creationId xmlns:a16="http://schemas.microsoft.com/office/drawing/2014/main" id="{C0F21F94-ACD0-5025-1994-42B955DB116B}"/>
              </a:ext>
            </a:extLst>
          </p:cNvPr>
          <p:cNvSpPr txBox="1"/>
          <p:nvPr/>
        </p:nvSpPr>
        <p:spPr>
          <a:xfrm>
            <a:off x="421449" y="7084800"/>
            <a:ext cx="3992635" cy="1862048"/>
          </a:xfrm>
          <a:prstGeom prst="rect">
            <a:avLst/>
          </a:prstGeom>
          <a:noFill/>
          <a:effectLst>
            <a:glow rad="38100">
              <a:schemeClr val="bg1"/>
            </a:glow>
          </a:effectLst>
        </p:spPr>
        <p:txBody>
          <a:bodyPr wrap="square" rtlCol="0">
            <a:spAutoFit/>
          </a:bodyPr>
          <a:lstStyle/>
          <a:p>
            <a:r>
              <a:rPr lang="en-US" altLang="zh-TW" sz="11500" dirty="0">
                <a:solidFill>
                  <a:srgbClr val="7F7F7F"/>
                </a:solidFill>
                <a:effectLst/>
                <a:ea typeface="Adobe 繁黑體 Std B" panose="020B0700000000000000" pitchFamily="34" charset="-120"/>
              </a:rPr>
              <a:t>CNC</a:t>
            </a:r>
            <a:endParaRPr lang="zh-TW" altLang="en-US" sz="11500" dirty="0">
              <a:solidFill>
                <a:srgbClr val="7F7F7F"/>
              </a:solidFill>
              <a:effectLst/>
              <a:ea typeface="Adobe 繁黑體 Std B" panose="020B0700000000000000" pitchFamily="34" charset="-120"/>
            </a:endParaRPr>
          </a:p>
        </p:txBody>
      </p:sp>
      <p:sp>
        <p:nvSpPr>
          <p:cNvPr id="36" name="文字方塊 35">
            <a:extLst>
              <a:ext uri="{FF2B5EF4-FFF2-40B4-BE49-F238E27FC236}">
                <a16:creationId xmlns:a16="http://schemas.microsoft.com/office/drawing/2014/main" id="{5D6F1280-F0BD-CF7E-9FB0-6CB8C58A3D3C}"/>
              </a:ext>
            </a:extLst>
          </p:cNvPr>
          <p:cNvSpPr txBox="1"/>
          <p:nvPr/>
        </p:nvSpPr>
        <p:spPr>
          <a:xfrm>
            <a:off x="14723400" y="4536000"/>
            <a:ext cx="1584613" cy="1862048"/>
          </a:xfrm>
          <a:prstGeom prst="rect">
            <a:avLst/>
          </a:prstGeom>
          <a:noFill/>
          <a:effectLst>
            <a:glow rad="38100">
              <a:schemeClr val="bg1"/>
            </a:glow>
          </a:effectLst>
        </p:spPr>
        <p:txBody>
          <a:bodyPr wrap="square" rtlCol="0">
            <a:spAutoFit/>
          </a:bodyPr>
          <a:lstStyle/>
          <a:p>
            <a:r>
              <a:rPr lang="en-US" altLang="zh-TW" sz="11500" dirty="0">
                <a:solidFill>
                  <a:srgbClr val="7F7F7F"/>
                </a:solidFill>
                <a:effectLst/>
                <a:ea typeface="Adobe 繁黑體 Std B" panose="020B0700000000000000" pitchFamily="34" charset="-120"/>
              </a:rPr>
              <a:t>R</a:t>
            </a:r>
            <a:endParaRPr lang="zh-TW" altLang="en-US" sz="11500" dirty="0">
              <a:solidFill>
                <a:srgbClr val="7F7F7F"/>
              </a:solidFill>
              <a:effectLst/>
              <a:ea typeface="Adobe 繁黑體 Std B" panose="020B0700000000000000" pitchFamily="34" charset="-120"/>
            </a:endParaRPr>
          </a:p>
        </p:txBody>
      </p:sp>
      <p:sp>
        <p:nvSpPr>
          <p:cNvPr id="37" name="文字方塊 36">
            <a:extLst>
              <a:ext uri="{FF2B5EF4-FFF2-40B4-BE49-F238E27FC236}">
                <a16:creationId xmlns:a16="http://schemas.microsoft.com/office/drawing/2014/main" id="{D2183CE0-E3CC-BDD9-8605-370A6DA9FFE1}"/>
              </a:ext>
            </a:extLst>
          </p:cNvPr>
          <p:cNvSpPr txBox="1"/>
          <p:nvPr/>
        </p:nvSpPr>
        <p:spPr>
          <a:xfrm>
            <a:off x="14295553" y="7848000"/>
            <a:ext cx="1981200" cy="1862048"/>
          </a:xfrm>
          <a:prstGeom prst="rect">
            <a:avLst/>
          </a:prstGeom>
          <a:noFill/>
          <a:effectLst>
            <a:glow rad="38100">
              <a:schemeClr val="bg1"/>
            </a:glow>
          </a:effectLst>
        </p:spPr>
        <p:txBody>
          <a:bodyPr wrap="square" rtlCol="0">
            <a:spAutoFit/>
          </a:bodyPr>
          <a:lstStyle/>
          <a:p>
            <a:r>
              <a:rPr lang="en-US" altLang="zh-TW" sz="11500" dirty="0">
                <a:solidFill>
                  <a:srgbClr val="7F7F7F"/>
                </a:solidFill>
                <a:effectLst/>
                <a:ea typeface="Adobe 繁黑體 Std B" panose="020B0700000000000000" pitchFamily="34" charset="-120"/>
              </a:rPr>
              <a:t>RF</a:t>
            </a:r>
            <a:endParaRPr lang="zh-TW" altLang="en-US" sz="11500" dirty="0">
              <a:solidFill>
                <a:srgbClr val="7F7F7F"/>
              </a:solidFill>
              <a:effectLst/>
              <a:ea typeface="Adobe 繁黑體 Std B" panose="020B0700000000000000" pitchFamily="34" charset="-120"/>
            </a:endParaRPr>
          </a:p>
        </p:txBody>
      </p:sp>
      <p:sp>
        <p:nvSpPr>
          <p:cNvPr id="38" name="文字方塊 37">
            <a:extLst>
              <a:ext uri="{FF2B5EF4-FFF2-40B4-BE49-F238E27FC236}">
                <a16:creationId xmlns:a16="http://schemas.microsoft.com/office/drawing/2014/main" id="{E27B88B9-A060-3A16-FE12-4235BEEE0A2D}"/>
              </a:ext>
            </a:extLst>
          </p:cNvPr>
          <p:cNvSpPr txBox="1"/>
          <p:nvPr/>
        </p:nvSpPr>
        <p:spPr>
          <a:xfrm>
            <a:off x="13571064" y="6192000"/>
            <a:ext cx="3583699" cy="1862048"/>
          </a:xfrm>
          <a:prstGeom prst="rect">
            <a:avLst/>
          </a:prstGeom>
          <a:noFill/>
          <a:effectLst>
            <a:glow rad="38100">
              <a:schemeClr val="bg1"/>
            </a:glow>
          </a:effectLst>
        </p:spPr>
        <p:txBody>
          <a:bodyPr wrap="square" rtlCol="0">
            <a:spAutoFit/>
          </a:bodyPr>
          <a:lstStyle/>
          <a:p>
            <a:r>
              <a:rPr lang="en-US" altLang="zh-TW" sz="11500" dirty="0">
                <a:solidFill>
                  <a:srgbClr val="7F7F7F"/>
                </a:solidFill>
                <a:effectLst/>
                <a:ea typeface="Adobe 繁黑體 Std B" panose="020B0700000000000000" pitchFamily="34" charset="-120"/>
              </a:rPr>
              <a:t>MAN</a:t>
            </a:r>
            <a:endParaRPr lang="zh-TW" altLang="en-US" sz="11500" dirty="0">
              <a:solidFill>
                <a:srgbClr val="7F7F7F"/>
              </a:solidFill>
              <a:effectLst/>
              <a:ea typeface="Adobe 繁黑體 Std B" panose="020B0700000000000000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5663486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C7B8619-E749-BCAD-990F-9E89A123FC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矩形: 圓角 29">
            <a:extLst>
              <a:ext uri="{FF2B5EF4-FFF2-40B4-BE49-F238E27FC236}">
                <a16:creationId xmlns:a16="http://schemas.microsoft.com/office/drawing/2014/main" id="{0F36B816-1155-C16D-17C1-68C2209CE710}"/>
              </a:ext>
            </a:extLst>
          </p:cNvPr>
          <p:cNvSpPr/>
          <p:nvPr/>
        </p:nvSpPr>
        <p:spPr>
          <a:xfrm>
            <a:off x="2468879" y="0"/>
            <a:ext cx="9280049" cy="1440180"/>
          </a:xfrm>
          <a:prstGeom prst="roundRect">
            <a:avLst>
              <a:gd name="adj" fmla="val 25662"/>
            </a:avLst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2" name="矩形: 圓角 1">
            <a:extLst>
              <a:ext uri="{FF2B5EF4-FFF2-40B4-BE49-F238E27FC236}">
                <a16:creationId xmlns:a16="http://schemas.microsoft.com/office/drawing/2014/main" id="{DE85ECA9-7F37-EEB2-0E28-517D9B068C9D}"/>
              </a:ext>
            </a:extLst>
          </p:cNvPr>
          <p:cNvSpPr/>
          <p:nvPr/>
        </p:nvSpPr>
        <p:spPr>
          <a:xfrm>
            <a:off x="5577840" y="0"/>
            <a:ext cx="3108960" cy="1440180"/>
          </a:xfrm>
          <a:prstGeom prst="roundRect">
            <a:avLst>
              <a:gd name="adj" fmla="val 25662"/>
            </a:avLst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4BAF8162-3020-36EB-1684-BBD52D0ECC3C}"/>
              </a:ext>
            </a:extLst>
          </p:cNvPr>
          <p:cNvSpPr/>
          <p:nvPr/>
        </p:nvSpPr>
        <p:spPr>
          <a:xfrm>
            <a:off x="0" y="845820"/>
            <a:ext cx="17279938" cy="8945880"/>
          </a:xfrm>
          <a:prstGeom prst="roundRect">
            <a:avLst>
              <a:gd name="adj" fmla="val 0"/>
            </a:avLst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52AD21D8-CEAE-90A2-9120-324662FAD265}"/>
              </a:ext>
            </a:extLst>
          </p:cNvPr>
          <p:cNvSpPr/>
          <p:nvPr/>
        </p:nvSpPr>
        <p:spPr>
          <a:xfrm>
            <a:off x="4175760" y="901807"/>
            <a:ext cx="2712720" cy="8889893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37" name="矩形 1036">
            <a:extLst>
              <a:ext uri="{FF2B5EF4-FFF2-40B4-BE49-F238E27FC236}">
                <a16:creationId xmlns:a16="http://schemas.microsoft.com/office/drawing/2014/main" id="{C51A778D-6C5D-DACF-A0E4-8E57FDE7F5AA}"/>
              </a:ext>
            </a:extLst>
          </p:cNvPr>
          <p:cNvSpPr/>
          <p:nvPr/>
        </p:nvSpPr>
        <p:spPr>
          <a:xfrm>
            <a:off x="4181955" y="2362690"/>
            <a:ext cx="2706524" cy="145137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983BD077-FA9D-1BC7-312F-4E08DEBF6B76}"/>
              </a:ext>
            </a:extLst>
          </p:cNvPr>
          <p:cNvSpPr/>
          <p:nvPr/>
        </p:nvSpPr>
        <p:spPr>
          <a:xfrm>
            <a:off x="0" y="886560"/>
            <a:ext cx="1277196" cy="8889893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36" name="矩形 1035">
            <a:extLst>
              <a:ext uri="{FF2B5EF4-FFF2-40B4-BE49-F238E27FC236}">
                <a16:creationId xmlns:a16="http://schemas.microsoft.com/office/drawing/2014/main" id="{1185B0BA-9F03-536E-BD2C-348BB7AAE278}"/>
              </a:ext>
            </a:extLst>
          </p:cNvPr>
          <p:cNvSpPr/>
          <p:nvPr/>
        </p:nvSpPr>
        <p:spPr>
          <a:xfrm>
            <a:off x="-1" y="5349894"/>
            <a:ext cx="1271001" cy="1451372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35" name="矩形 1034">
            <a:extLst>
              <a:ext uri="{FF2B5EF4-FFF2-40B4-BE49-F238E27FC236}">
                <a16:creationId xmlns:a16="http://schemas.microsoft.com/office/drawing/2014/main" id="{8D098A28-A80D-2C39-A630-7E9BEC1E5D52}"/>
              </a:ext>
            </a:extLst>
          </p:cNvPr>
          <p:cNvSpPr/>
          <p:nvPr/>
        </p:nvSpPr>
        <p:spPr>
          <a:xfrm>
            <a:off x="-1" y="8297765"/>
            <a:ext cx="1271001" cy="1451372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0" name="直線接點 9">
            <a:extLst>
              <a:ext uri="{FF2B5EF4-FFF2-40B4-BE49-F238E27FC236}">
                <a16:creationId xmlns:a16="http://schemas.microsoft.com/office/drawing/2014/main" id="{0F40489E-8D68-EFC7-7212-215C8EE3A483}"/>
              </a:ext>
            </a:extLst>
          </p:cNvPr>
          <p:cNvCxnSpPr>
            <a:cxnSpLocks/>
          </p:cNvCxnSpPr>
          <p:nvPr/>
        </p:nvCxnSpPr>
        <p:spPr>
          <a:xfrm>
            <a:off x="0" y="2352505"/>
            <a:ext cx="6888480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ADD0390A-F190-030C-1DF9-865769277251}"/>
              </a:ext>
            </a:extLst>
          </p:cNvPr>
          <p:cNvSpPr txBox="1"/>
          <p:nvPr/>
        </p:nvSpPr>
        <p:spPr>
          <a:xfrm>
            <a:off x="6424434" y="75336"/>
            <a:ext cx="141577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4800" dirty="0">
                <a:solidFill>
                  <a:schemeClr val="bg1"/>
                </a:solidFill>
                <a:latin typeface="Adobe 繁黑體 Std B" panose="020B0700000000000000" pitchFamily="34" charset="-120"/>
                <a:ea typeface="Adobe 繁黑體 Std B" panose="020B0700000000000000" pitchFamily="34" charset="-120"/>
              </a:rPr>
              <a:t>狀態</a:t>
            </a:r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02250F19-BE41-5CE9-A82F-84589CC1B5AC}"/>
              </a:ext>
            </a:extLst>
          </p:cNvPr>
          <p:cNvSpPr txBox="1"/>
          <p:nvPr/>
        </p:nvSpPr>
        <p:spPr>
          <a:xfrm>
            <a:off x="9533394" y="75336"/>
            <a:ext cx="141577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4800" dirty="0">
                <a:solidFill>
                  <a:schemeClr val="bg1"/>
                </a:solidFill>
                <a:latin typeface="Adobe 繁黑體 Std B" panose="020B0700000000000000" pitchFamily="34" charset="-120"/>
                <a:ea typeface="Adobe 繁黑體 Std B" panose="020B0700000000000000" pitchFamily="34" charset="-120"/>
              </a:rPr>
              <a:t>設定</a:t>
            </a:r>
          </a:p>
        </p:txBody>
      </p:sp>
      <p:cxnSp>
        <p:nvCxnSpPr>
          <p:cNvPr id="3" name="直線接點 2">
            <a:extLst>
              <a:ext uri="{FF2B5EF4-FFF2-40B4-BE49-F238E27FC236}">
                <a16:creationId xmlns:a16="http://schemas.microsoft.com/office/drawing/2014/main" id="{20676C3C-9173-9455-9A9E-B1E913CE710F}"/>
              </a:ext>
            </a:extLst>
          </p:cNvPr>
          <p:cNvCxnSpPr>
            <a:cxnSpLocks/>
          </p:cNvCxnSpPr>
          <p:nvPr/>
        </p:nvCxnSpPr>
        <p:spPr>
          <a:xfrm>
            <a:off x="0" y="866190"/>
            <a:ext cx="6888480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直線接點 3">
            <a:extLst>
              <a:ext uri="{FF2B5EF4-FFF2-40B4-BE49-F238E27FC236}">
                <a16:creationId xmlns:a16="http://schemas.microsoft.com/office/drawing/2014/main" id="{444844C7-BE4D-D3B5-362D-89BA0A899A13}"/>
              </a:ext>
            </a:extLst>
          </p:cNvPr>
          <p:cNvCxnSpPr>
            <a:cxnSpLocks/>
          </p:cNvCxnSpPr>
          <p:nvPr/>
        </p:nvCxnSpPr>
        <p:spPr>
          <a:xfrm>
            <a:off x="0" y="3838820"/>
            <a:ext cx="6888480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直線接點 7">
            <a:extLst>
              <a:ext uri="{FF2B5EF4-FFF2-40B4-BE49-F238E27FC236}">
                <a16:creationId xmlns:a16="http://schemas.microsoft.com/office/drawing/2014/main" id="{00E05BCB-1A7D-E5EC-5132-5CD1D3E7814B}"/>
              </a:ext>
            </a:extLst>
          </p:cNvPr>
          <p:cNvCxnSpPr>
            <a:cxnSpLocks/>
          </p:cNvCxnSpPr>
          <p:nvPr/>
        </p:nvCxnSpPr>
        <p:spPr>
          <a:xfrm>
            <a:off x="0" y="5325135"/>
            <a:ext cx="6888480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直線接點 8">
            <a:extLst>
              <a:ext uri="{FF2B5EF4-FFF2-40B4-BE49-F238E27FC236}">
                <a16:creationId xmlns:a16="http://schemas.microsoft.com/office/drawing/2014/main" id="{F9CEB9F9-5590-A58D-A688-EF4CFA0B0EA0}"/>
              </a:ext>
            </a:extLst>
          </p:cNvPr>
          <p:cNvCxnSpPr>
            <a:cxnSpLocks/>
          </p:cNvCxnSpPr>
          <p:nvPr/>
        </p:nvCxnSpPr>
        <p:spPr>
          <a:xfrm>
            <a:off x="0" y="6811450"/>
            <a:ext cx="6888480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直線接點 10">
            <a:extLst>
              <a:ext uri="{FF2B5EF4-FFF2-40B4-BE49-F238E27FC236}">
                <a16:creationId xmlns:a16="http://schemas.microsoft.com/office/drawing/2014/main" id="{550FEAB6-8563-9DFD-511D-E744F7EAB421}"/>
              </a:ext>
            </a:extLst>
          </p:cNvPr>
          <p:cNvCxnSpPr>
            <a:cxnSpLocks/>
          </p:cNvCxnSpPr>
          <p:nvPr/>
        </p:nvCxnSpPr>
        <p:spPr>
          <a:xfrm>
            <a:off x="0" y="8297765"/>
            <a:ext cx="6888480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矩形: 圓角 51">
            <a:extLst>
              <a:ext uri="{FF2B5EF4-FFF2-40B4-BE49-F238E27FC236}">
                <a16:creationId xmlns:a16="http://schemas.microsoft.com/office/drawing/2014/main" id="{B1B4B51B-C289-2327-D7CB-9545839BFFDD}"/>
              </a:ext>
            </a:extLst>
          </p:cNvPr>
          <p:cNvSpPr/>
          <p:nvPr/>
        </p:nvSpPr>
        <p:spPr>
          <a:xfrm>
            <a:off x="7132320" y="8407371"/>
            <a:ext cx="3673397" cy="1341766"/>
          </a:xfrm>
          <a:prstGeom prst="roundRect">
            <a:avLst>
              <a:gd name="adj" fmla="val 38248"/>
            </a:avLst>
          </a:prstGeom>
          <a:solidFill>
            <a:schemeClr val="tx1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n w="28575">
                <a:solidFill>
                  <a:schemeClr val="bg1"/>
                </a:solidFill>
              </a:ln>
            </a:endParaRPr>
          </a:p>
        </p:txBody>
      </p:sp>
      <p:cxnSp>
        <p:nvCxnSpPr>
          <p:cNvPr id="12" name="直線接點 11">
            <a:extLst>
              <a:ext uri="{FF2B5EF4-FFF2-40B4-BE49-F238E27FC236}">
                <a16:creationId xmlns:a16="http://schemas.microsoft.com/office/drawing/2014/main" id="{147C5689-6695-09D0-9A6F-A138C8BE4417}"/>
              </a:ext>
            </a:extLst>
          </p:cNvPr>
          <p:cNvCxnSpPr>
            <a:cxnSpLocks/>
          </p:cNvCxnSpPr>
          <p:nvPr/>
        </p:nvCxnSpPr>
        <p:spPr>
          <a:xfrm>
            <a:off x="0" y="9784080"/>
            <a:ext cx="6888480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9B6B9035-1B47-D2C8-BF57-0A8A49E5AE9F}"/>
              </a:ext>
            </a:extLst>
          </p:cNvPr>
          <p:cNvSpPr txBox="1"/>
          <p:nvPr/>
        </p:nvSpPr>
        <p:spPr>
          <a:xfrm>
            <a:off x="297855" y="1082677"/>
            <a:ext cx="660758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6600" dirty="0">
                <a:solidFill>
                  <a:schemeClr val="bg1"/>
                </a:solidFill>
                <a:latin typeface="Adobe 繁黑體 Std B" panose="020B0700000000000000" pitchFamily="34" charset="-120"/>
                <a:ea typeface="Adobe 繁黑體 Std B" panose="020B0700000000000000" pitchFamily="34" charset="-120"/>
              </a:rPr>
              <a:t>1</a:t>
            </a:r>
            <a:endParaRPr lang="zh-TW" altLang="en-US" sz="6600" dirty="0">
              <a:solidFill>
                <a:schemeClr val="bg1"/>
              </a:solidFill>
              <a:latin typeface="Adobe 繁黑體 Std B" panose="020B0700000000000000" pitchFamily="34" charset="-120"/>
              <a:ea typeface="Adobe 繁黑體 Std B" panose="020B0700000000000000" pitchFamily="34" charset="-120"/>
            </a:endParaRPr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41CE3AD4-0E85-0A81-A96A-937FDAA95FD4}"/>
              </a:ext>
            </a:extLst>
          </p:cNvPr>
          <p:cNvSpPr txBox="1"/>
          <p:nvPr/>
        </p:nvSpPr>
        <p:spPr>
          <a:xfrm>
            <a:off x="297855" y="2568991"/>
            <a:ext cx="660758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6600" dirty="0">
                <a:solidFill>
                  <a:schemeClr val="bg1"/>
                </a:solidFill>
                <a:latin typeface="Adobe 繁黑體 Std B" panose="020B0700000000000000" pitchFamily="34" charset="-120"/>
                <a:ea typeface="Adobe 繁黑體 Std B" panose="020B0700000000000000" pitchFamily="34" charset="-120"/>
              </a:rPr>
              <a:t>2</a:t>
            </a:r>
            <a:endParaRPr lang="zh-TW" altLang="en-US" sz="6600" dirty="0">
              <a:solidFill>
                <a:schemeClr val="bg1"/>
              </a:solidFill>
              <a:latin typeface="Adobe 繁黑體 Std B" panose="020B0700000000000000" pitchFamily="34" charset="-120"/>
              <a:ea typeface="Adobe 繁黑體 Std B" panose="020B0700000000000000" pitchFamily="34" charset="-120"/>
            </a:endParaRPr>
          </a:p>
        </p:txBody>
      </p: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EC8942DD-6C97-3102-14C7-8C30CAD4B520}"/>
              </a:ext>
            </a:extLst>
          </p:cNvPr>
          <p:cNvSpPr txBox="1"/>
          <p:nvPr/>
        </p:nvSpPr>
        <p:spPr>
          <a:xfrm>
            <a:off x="297855" y="4040479"/>
            <a:ext cx="660758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6600" dirty="0">
                <a:solidFill>
                  <a:schemeClr val="bg1"/>
                </a:solidFill>
                <a:latin typeface="Adobe 繁黑體 Std B" panose="020B0700000000000000" pitchFamily="34" charset="-120"/>
                <a:ea typeface="Adobe 繁黑體 Std B" panose="020B0700000000000000" pitchFamily="34" charset="-120"/>
              </a:rPr>
              <a:t>3</a:t>
            </a:r>
            <a:endParaRPr lang="zh-TW" altLang="en-US" sz="6600" dirty="0">
              <a:solidFill>
                <a:schemeClr val="bg1"/>
              </a:solidFill>
              <a:latin typeface="Adobe 繁黑體 Std B" panose="020B0700000000000000" pitchFamily="34" charset="-120"/>
              <a:ea typeface="Adobe 繁黑體 Std B" panose="020B0700000000000000" pitchFamily="34" charset="-120"/>
            </a:endParaRPr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93AE5B73-481B-E07D-8400-76535D7C7BDE}"/>
              </a:ext>
            </a:extLst>
          </p:cNvPr>
          <p:cNvSpPr txBox="1"/>
          <p:nvPr/>
        </p:nvSpPr>
        <p:spPr>
          <a:xfrm>
            <a:off x="297855" y="5514295"/>
            <a:ext cx="660758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6600" dirty="0">
                <a:solidFill>
                  <a:schemeClr val="bg1"/>
                </a:solidFill>
                <a:latin typeface="Adobe 繁黑體 Std B" panose="020B0700000000000000" pitchFamily="34" charset="-120"/>
                <a:ea typeface="Adobe 繁黑體 Std B" panose="020B0700000000000000" pitchFamily="34" charset="-120"/>
              </a:rPr>
              <a:t>4</a:t>
            </a:r>
            <a:endParaRPr lang="zh-TW" altLang="en-US" sz="6600" dirty="0">
              <a:solidFill>
                <a:schemeClr val="bg1"/>
              </a:solidFill>
              <a:latin typeface="Adobe 繁黑體 Std B" panose="020B0700000000000000" pitchFamily="34" charset="-120"/>
              <a:ea typeface="Adobe 繁黑體 Std B" panose="020B0700000000000000" pitchFamily="34" charset="-120"/>
            </a:endParaRPr>
          </a:p>
        </p:txBody>
      </p: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2EC83DF5-4BA1-F47E-B1BC-0C55DE725A08}"/>
              </a:ext>
            </a:extLst>
          </p:cNvPr>
          <p:cNvSpPr txBox="1"/>
          <p:nvPr/>
        </p:nvSpPr>
        <p:spPr>
          <a:xfrm>
            <a:off x="297855" y="6985783"/>
            <a:ext cx="660758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6600" dirty="0">
                <a:solidFill>
                  <a:schemeClr val="bg1"/>
                </a:solidFill>
                <a:latin typeface="Adobe 繁黑體 Std B" panose="020B0700000000000000" pitchFamily="34" charset="-120"/>
                <a:ea typeface="Adobe 繁黑體 Std B" panose="020B0700000000000000" pitchFamily="34" charset="-120"/>
              </a:rPr>
              <a:t>5</a:t>
            </a:r>
            <a:endParaRPr lang="zh-TW" altLang="en-US" sz="6600" dirty="0">
              <a:solidFill>
                <a:schemeClr val="bg1"/>
              </a:solidFill>
              <a:latin typeface="Adobe 繁黑體 Std B" panose="020B0700000000000000" pitchFamily="34" charset="-120"/>
              <a:ea typeface="Adobe 繁黑體 Std B" panose="020B0700000000000000" pitchFamily="34" charset="-120"/>
            </a:endParaRPr>
          </a:p>
        </p:txBody>
      </p: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69C4FB55-0269-DE53-3068-A425315AF6C6}"/>
              </a:ext>
            </a:extLst>
          </p:cNvPr>
          <p:cNvSpPr txBox="1"/>
          <p:nvPr/>
        </p:nvSpPr>
        <p:spPr>
          <a:xfrm>
            <a:off x="297855" y="8531535"/>
            <a:ext cx="660758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6600" dirty="0">
                <a:solidFill>
                  <a:schemeClr val="bg1"/>
                </a:solidFill>
                <a:latin typeface="Adobe 繁黑體 Std B" panose="020B0700000000000000" pitchFamily="34" charset="-120"/>
                <a:ea typeface="Adobe 繁黑體 Std B" panose="020B0700000000000000" pitchFamily="34" charset="-120"/>
              </a:rPr>
              <a:t>6</a:t>
            </a:r>
            <a:endParaRPr lang="zh-TW" altLang="en-US" sz="6600" dirty="0">
              <a:solidFill>
                <a:schemeClr val="bg1"/>
              </a:solidFill>
              <a:latin typeface="Adobe 繁黑體 Std B" panose="020B0700000000000000" pitchFamily="34" charset="-120"/>
              <a:ea typeface="Adobe 繁黑體 Std B" panose="020B0700000000000000" pitchFamily="34" charset="-120"/>
            </a:endParaRPr>
          </a:p>
        </p:txBody>
      </p:sp>
      <p:sp>
        <p:nvSpPr>
          <p:cNvPr id="26" name="文字方塊 25">
            <a:extLst>
              <a:ext uri="{FF2B5EF4-FFF2-40B4-BE49-F238E27FC236}">
                <a16:creationId xmlns:a16="http://schemas.microsoft.com/office/drawing/2014/main" id="{94662F0B-AAA1-ADDB-522E-4C933C91B3F4}"/>
              </a:ext>
            </a:extLst>
          </p:cNvPr>
          <p:cNvSpPr txBox="1"/>
          <p:nvPr/>
        </p:nvSpPr>
        <p:spPr>
          <a:xfrm>
            <a:off x="1435792" y="1214253"/>
            <a:ext cx="258756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4800" dirty="0">
                <a:solidFill>
                  <a:schemeClr val="bg1"/>
                </a:solidFill>
                <a:latin typeface="Adobe 繁黑體 Std B" panose="020B0700000000000000" pitchFamily="34" charset="-120"/>
                <a:ea typeface="Adobe 繁黑體 Std B" panose="020B0700000000000000" pitchFamily="34" charset="-120"/>
              </a:rPr>
              <a:t>173  min</a:t>
            </a:r>
            <a:endParaRPr lang="zh-TW" altLang="en-US" sz="4800" dirty="0">
              <a:solidFill>
                <a:schemeClr val="bg1"/>
              </a:solidFill>
              <a:latin typeface="Adobe 繁黑體 Std B" panose="020B0700000000000000" pitchFamily="34" charset="-120"/>
              <a:ea typeface="Adobe 繁黑體 Std B" panose="020B0700000000000000" pitchFamily="34" charset="-120"/>
            </a:endParaRPr>
          </a:p>
        </p:txBody>
      </p:sp>
      <p:sp>
        <p:nvSpPr>
          <p:cNvPr id="29" name="文字方塊 28">
            <a:extLst>
              <a:ext uri="{FF2B5EF4-FFF2-40B4-BE49-F238E27FC236}">
                <a16:creationId xmlns:a16="http://schemas.microsoft.com/office/drawing/2014/main" id="{C8BCAEFB-727B-5F20-D97E-4ACF9C132B01}"/>
              </a:ext>
            </a:extLst>
          </p:cNvPr>
          <p:cNvSpPr txBox="1"/>
          <p:nvPr/>
        </p:nvSpPr>
        <p:spPr>
          <a:xfrm>
            <a:off x="4716832" y="1221176"/>
            <a:ext cx="87716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4800" dirty="0">
                <a:solidFill>
                  <a:schemeClr val="bg1"/>
                </a:solidFill>
                <a:latin typeface="Adobe 繁黑體 Std B" panose="020B0700000000000000" pitchFamily="34" charset="-120"/>
                <a:ea typeface="Adobe 繁黑體 Std B" panose="020B0700000000000000" pitchFamily="34" charset="-120"/>
              </a:rPr>
              <a:t>25</a:t>
            </a:r>
            <a:endParaRPr lang="zh-TW" altLang="en-US" sz="4800" dirty="0">
              <a:solidFill>
                <a:schemeClr val="bg1"/>
              </a:solidFill>
              <a:latin typeface="Adobe 繁黑體 Std B" panose="020B0700000000000000" pitchFamily="34" charset="-120"/>
              <a:ea typeface="Adobe 繁黑體 Std B" panose="020B0700000000000000" pitchFamily="34" charset="-120"/>
            </a:endParaRPr>
          </a:p>
        </p:txBody>
      </p:sp>
      <p:sp>
        <p:nvSpPr>
          <p:cNvPr id="32" name="文字方塊 31">
            <a:extLst>
              <a:ext uri="{FF2B5EF4-FFF2-40B4-BE49-F238E27FC236}">
                <a16:creationId xmlns:a16="http://schemas.microsoft.com/office/drawing/2014/main" id="{A4C92EEB-D13E-D579-DF31-C8A73F58B565}"/>
              </a:ext>
            </a:extLst>
          </p:cNvPr>
          <p:cNvSpPr txBox="1"/>
          <p:nvPr/>
        </p:nvSpPr>
        <p:spPr>
          <a:xfrm>
            <a:off x="5532120" y="1214253"/>
            <a:ext cx="87716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4800" dirty="0">
                <a:solidFill>
                  <a:schemeClr val="bg1"/>
                </a:solidFill>
                <a:latin typeface="Adobe 繁黑體 Std B" panose="020B0700000000000000" pitchFamily="34" charset="-120"/>
                <a:ea typeface="Adobe 繁黑體 Std B" panose="020B0700000000000000" pitchFamily="34" charset="-120"/>
              </a:rPr>
              <a:t>℃</a:t>
            </a:r>
            <a:endParaRPr lang="zh-TW" altLang="en-US" sz="4800" dirty="0"/>
          </a:p>
        </p:txBody>
      </p:sp>
      <p:pic>
        <p:nvPicPr>
          <p:cNvPr id="36" name="圖片 35" descr="一張含有 螢幕擷取畫面, 圓形, 設計 的圖片&#10;&#10;AI 產生的內容可能不正確。">
            <a:extLst>
              <a:ext uri="{FF2B5EF4-FFF2-40B4-BE49-F238E27FC236}">
                <a16:creationId xmlns:a16="http://schemas.microsoft.com/office/drawing/2014/main" id="{39242E38-DE52-D3E7-1E7E-98BA49065FB2}"/>
              </a:ext>
            </a:extLst>
          </p:cNvPr>
          <p:cNvPicPr>
            <a:picLocks noChangeAspect="1"/>
          </p:cNvPicPr>
          <p:nvPr/>
        </p:nvPicPr>
        <p:blipFill>
          <a:blip r:embed="rId2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81262"/>
          <a:stretch>
            <a:fillRect/>
          </a:stretch>
        </p:blipFill>
        <p:spPr>
          <a:xfrm>
            <a:off x="9869151" y="1234700"/>
            <a:ext cx="2124526" cy="6764346"/>
          </a:xfrm>
          <a:prstGeom prst="rect">
            <a:avLst/>
          </a:prstGeom>
          <a:effectLst>
            <a:glow>
              <a:schemeClr val="bg1">
                <a:alpha val="80000"/>
              </a:schemeClr>
            </a:glow>
          </a:effectLst>
        </p:spPr>
      </p:pic>
      <p:cxnSp>
        <p:nvCxnSpPr>
          <p:cNvPr id="42" name="直線接點 41">
            <a:extLst>
              <a:ext uri="{FF2B5EF4-FFF2-40B4-BE49-F238E27FC236}">
                <a16:creationId xmlns:a16="http://schemas.microsoft.com/office/drawing/2014/main" id="{7B18335C-943F-8FC4-288E-0E007012281B}"/>
              </a:ext>
            </a:extLst>
          </p:cNvPr>
          <p:cNvCxnSpPr>
            <a:cxnSpLocks/>
          </p:cNvCxnSpPr>
          <p:nvPr/>
        </p:nvCxnSpPr>
        <p:spPr>
          <a:xfrm>
            <a:off x="6888480" y="845820"/>
            <a:ext cx="0" cy="8950353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074" name="Picture 2" descr="Cooling fan - Free technology icons">
            <a:extLst>
              <a:ext uri="{FF2B5EF4-FFF2-40B4-BE49-F238E27FC236}">
                <a16:creationId xmlns:a16="http://schemas.microsoft.com/office/drawing/2014/main" id="{637F7884-AB6A-EC77-C31F-390B687393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7608258" y="8606650"/>
            <a:ext cx="918210" cy="9182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1" name="文字方塊 50">
            <a:extLst>
              <a:ext uri="{FF2B5EF4-FFF2-40B4-BE49-F238E27FC236}">
                <a16:creationId xmlns:a16="http://schemas.microsoft.com/office/drawing/2014/main" id="{DD34202E-EE2C-9822-1B61-656146C6D4A7}"/>
              </a:ext>
            </a:extLst>
          </p:cNvPr>
          <p:cNvSpPr txBox="1"/>
          <p:nvPr/>
        </p:nvSpPr>
        <p:spPr>
          <a:xfrm>
            <a:off x="8754174" y="8662756"/>
            <a:ext cx="155844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4800" dirty="0">
                <a:solidFill>
                  <a:schemeClr val="bg1"/>
                </a:solidFill>
                <a:latin typeface="Adobe 繁黑體 Std B" panose="020B0700000000000000" pitchFamily="34" charset="-120"/>
                <a:ea typeface="Adobe 繁黑體 Std B" panose="020B0700000000000000" pitchFamily="34" charset="-120"/>
              </a:rPr>
              <a:t>20</a:t>
            </a:r>
            <a:r>
              <a:rPr lang="zh-TW" altLang="en-US" sz="4800" dirty="0">
                <a:solidFill>
                  <a:schemeClr val="bg1"/>
                </a:solidFill>
                <a:latin typeface="Adobe 繁黑體 Std B" panose="020B0700000000000000" pitchFamily="34" charset="-120"/>
                <a:ea typeface="Adobe 繁黑體 Std B" panose="020B0700000000000000" pitchFamily="34" charset="-120"/>
              </a:rPr>
              <a:t> </a:t>
            </a:r>
            <a:r>
              <a:rPr lang="en-US" altLang="zh-TW" sz="4800" dirty="0">
                <a:solidFill>
                  <a:schemeClr val="bg1"/>
                </a:solidFill>
                <a:latin typeface="Adobe 繁黑體 Std B" panose="020B0700000000000000" pitchFamily="34" charset="-120"/>
                <a:ea typeface="Adobe 繁黑體 Std B" panose="020B0700000000000000" pitchFamily="34" charset="-120"/>
              </a:rPr>
              <a:t>%</a:t>
            </a:r>
            <a:endParaRPr lang="zh-TW" altLang="en-US" sz="4800" dirty="0">
              <a:solidFill>
                <a:schemeClr val="bg1"/>
              </a:solidFill>
              <a:latin typeface="Adobe 繁黑體 Std B" panose="020B0700000000000000" pitchFamily="34" charset="-120"/>
              <a:ea typeface="Adobe 繁黑體 Std B" panose="020B0700000000000000" pitchFamily="34" charset="-120"/>
            </a:endParaRPr>
          </a:p>
        </p:txBody>
      </p:sp>
      <p:sp>
        <p:nvSpPr>
          <p:cNvPr id="53" name="文字方塊 52">
            <a:extLst>
              <a:ext uri="{FF2B5EF4-FFF2-40B4-BE49-F238E27FC236}">
                <a16:creationId xmlns:a16="http://schemas.microsoft.com/office/drawing/2014/main" id="{9C02A023-D74B-BB19-1A78-833D44BC38C7}"/>
              </a:ext>
            </a:extLst>
          </p:cNvPr>
          <p:cNvSpPr txBox="1"/>
          <p:nvPr/>
        </p:nvSpPr>
        <p:spPr>
          <a:xfrm>
            <a:off x="1435792" y="2700568"/>
            <a:ext cx="258756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4800" dirty="0">
                <a:solidFill>
                  <a:schemeClr val="bg1"/>
                </a:solidFill>
                <a:latin typeface="Adobe 繁黑體 Std B" panose="020B0700000000000000" pitchFamily="34" charset="-120"/>
                <a:ea typeface="Adobe 繁黑體 Std B" panose="020B0700000000000000" pitchFamily="34" charset="-120"/>
              </a:rPr>
              <a:t>175  min</a:t>
            </a:r>
            <a:endParaRPr lang="zh-TW" altLang="en-US" sz="4800" dirty="0">
              <a:solidFill>
                <a:schemeClr val="bg1"/>
              </a:solidFill>
              <a:latin typeface="Adobe 繁黑體 Std B" panose="020B0700000000000000" pitchFamily="34" charset="-120"/>
              <a:ea typeface="Adobe 繁黑體 Std B" panose="020B0700000000000000" pitchFamily="34" charset="-120"/>
            </a:endParaRPr>
          </a:p>
        </p:txBody>
      </p:sp>
      <p:sp>
        <p:nvSpPr>
          <p:cNvPr id="54" name="文字方塊 53">
            <a:extLst>
              <a:ext uri="{FF2B5EF4-FFF2-40B4-BE49-F238E27FC236}">
                <a16:creationId xmlns:a16="http://schemas.microsoft.com/office/drawing/2014/main" id="{BFA07764-457E-5972-2F07-B0F81D937406}"/>
              </a:ext>
            </a:extLst>
          </p:cNvPr>
          <p:cNvSpPr txBox="1"/>
          <p:nvPr/>
        </p:nvSpPr>
        <p:spPr>
          <a:xfrm>
            <a:off x="4716832" y="2707491"/>
            <a:ext cx="87716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4800" dirty="0">
                <a:solidFill>
                  <a:schemeClr val="bg1"/>
                </a:solidFill>
                <a:latin typeface="Adobe 繁黑體 Std B" panose="020B0700000000000000" pitchFamily="34" charset="-120"/>
                <a:ea typeface="Adobe 繁黑體 Std B" panose="020B0700000000000000" pitchFamily="34" charset="-120"/>
              </a:rPr>
              <a:t>45</a:t>
            </a:r>
            <a:endParaRPr lang="zh-TW" altLang="en-US" sz="4800" dirty="0">
              <a:solidFill>
                <a:schemeClr val="bg1"/>
              </a:solidFill>
              <a:latin typeface="Adobe 繁黑體 Std B" panose="020B0700000000000000" pitchFamily="34" charset="-120"/>
              <a:ea typeface="Adobe 繁黑體 Std B" panose="020B0700000000000000" pitchFamily="34" charset="-120"/>
            </a:endParaRPr>
          </a:p>
        </p:txBody>
      </p:sp>
      <p:sp>
        <p:nvSpPr>
          <p:cNvPr id="55" name="文字方塊 54">
            <a:extLst>
              <a:ext uri="{FF2B5EF4-FFF2-40B4-BE49-F238E27FC236}">
                <a16:creationId xmlns:a16="http://schemas.microsoft.com/office/drawing/2014/main" id="{ED6EE47A-88B9-7931-991B-0EB8591D776D}"/>
              </a:ext>
            </a:extLst>
          </p:cNvPr>
          <p:cNvSpPr txBox="1"/>
          <p:nvPr/>
        </p:nvSpPr>
        <p:spPr>
          <a:xfrm>
            <a:off x="5532120" y="2700568"/>
            <a:ext cx="87716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4800" dirty="0">
                <a:solidFill>
                  <a:schemeClr val="bg1"/>
                </a:solidFill>
                <a:latin typeface="Adobe 繁黑體 Std B" panose="020B0700000000000000" pitchFamily="34" charset="-120"/>
                <a:ea typeface="Adobe 繁黑體 Std B" panose="020B0700000000000000" pitchFamily="34" charset="-120"/>
              </a:rPr>
              <a:t>℃</a:t>
            </a:r>
            <a:endParaRPr lang="zh-TW" altLang="en-US" sz="4800" dirty="0"/>
          </a:p>
        </p:txBody>
      </p:sp>
      <p:sp>
        <p:nvSpPr>
          <p:cNvPr id="56" name="文字方塊 55">
            <a:extLst>
              <a:ext uri="{FF2B5EF4-FFF2-40B4-BE49-F238E27FC236}">
                <a16:creationId xmlns:a16="http://schemas.microsoft.com/office/drawing/2014/main" id="{569E7F5B-A07E-0BDA-58E4-4A1D303DF83E}"/>
              </a:ext>
            </a:extLst>
          </p:cNvPr>
          <p:cNvSpPr txBox="1"/>
          <p:nvPr/>
        </p:nvSpPr>
        <p:spPr>
          <a:xfrm>
            <a:off x="1429596" y="4179959"/>
            <a:ext cx="258756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4800" dirty="0">
                <a:solidFill>
                  <a:schemeClr val="bg1"/>
                </a:solidFill>
                <a:latin typeface="Adobe 繁黑體 Std B" panose="020B0700000000000000" pitchFamily="34" charset="-120"/>
                <a:ea typeface="Adobe 繁黑體 Std B" panose="020B0700000000000000" pitchFamily="34" charset="-120"/>
              </a:rPr>
              <a:t>180  min</a:t>
            </a:r>
            <a:endParaRPr lang="zh-TW" altLang="en-US" sz="4800" dirty="0">
              <a:solidFill>
                <a:schemeClr val="bg1"/>
              </a:solidFill>
              <a:latin typeface="Adobe 繁黑體 Std B" panose="020B0700000000000000" pitchFamily="34" charset="-120"/>
              <a:ea typeface="Adobe 繁黑體 Std B" panose="020B0700000000000000" pitchFamily="34" charset="-120"/>
            </a:endParaRPr>
          </a:p>
        </p:txBody>
      </p:sp>
      <p:sp>
        <p:nvSpPr>
          <p:cNvPr id="57" name="文字方塊 56">
            <a:extLst>
              <a:ext uri="{FF2B5EF4-FFF2-40B4-BE49-F238E27FC236}">
                <a16:creationId xmlns:a16="http://schemas.microsoft.com/office/drawing/2014/main" id="{AF133DF0-77C2-5EA3-6B9E-EC66C8EA8B88}"/>
              </a:ext>
            </a:extLst>
          </p:cNvPr>
          <p:cNvSpPr txBox="1"/>
          <p:nvPr/>
        </p:nvSpPr>
        <p:spPr>
          <a:xfrm>
            <a:off x="4710636" y="4186882"/>
            <a:ext cx="87716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4800" dirty="0">
                <a:solidFill>
                  <a:schemeClr val="bg1"/>
                </a:solidFill>
                <a:latin typeface="Adobe 繁黑體 Std B" panose="020B0700000000000000" pitchFamily="34" charset="-120"/>
                <a:ea typeface="Adobe 繁黑體 Std B" panose="020B0700000000000000" pitchFamily="34" charset="-120"/>
              </a:rPr>
              <a:t>25</a:t>
            </a:r>
            <a:endParaRPr lang="zh-TW" altLang="en-US" sz="4800" dirty="0">
              <a:solidFill>
                <a:schemeClr val="bg1"/>
              </a:solidFill>
              <a:latin typeface="Adobe 繁黑體 Std B" panose="020B0700000000000000" pitchFamily="34" charset="-120"/>
              <a:ea typeface="Adobe 繁黑體 Std B" panose="020B0700000000000000" pitchFamily="34" charset="-120"/>
            </a:endParaRPr>
          </a:p>
        </p:txBody>
      </p:sp>
      <p:sp>
        <p:nvSpPr>
          <p:cNvPr id="58" name="文字方塊 57">
            <a:extLst>
              <a:ext uri="{FF2B5EF4-FFF2-40B4-BE49-F238E27FC236}">
                <a16:creationId xmlns:a16="http://schemas.microsoft.com/office/drawing/2014/main" id="{1881FA6E-982B-F00D-3CB5-1B1C0C5CDB1D}"/>
              </a:ext>
            </a:extLst>
          </p:cNvPr>
          <p:cNvSpPr txBox="1"/>
          <p:nvPr/>
        </p:nvSpPr>
        <p:spPr>
          <a:xfrm>
            <a:off x="5525924" y="4179959"/>
            <a:ext cx="87716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4800" dirty="0">
                <a:solidFill>
                  <a:schemeClr val="bg1"/>
                </a:solidFill>
                <a:latin typeface="Adobe 繁黑體 Std B" panose="020B0700000000000000" pitchFamily="34" charset="-120"/>
                <a:ea typeface="Adobe 繁黑體 Std B" panose="020B0700000000000000" pitchFamily="34" charset="-120"/>
              </a:rPr>
              <a:t>℃</a:t>
            </a:r>
            <a:endParaRPr lang="zh-TW" altLang="en-US" sz="4800" dirty="0"/>
          </a:p>
        </p:txBody>
      </p:sp>
      <p:sp>
        <p:nvSpPr>
          <p:cNvPr id="62" name="文字方塊 61">
            <a:extLst>
              <a:ext uri="{FF2B5EF4-FFF2-40B4-BE49-F238E27FC236}">
                <a16:creationId xmlns:a16="http://schemas.microsoft.com/office/drawing/2014/main" id="{1A1DC933-A96A-7A89-50F4-F444362970D2}"/>
              </a:ext>
            </a:extLst>
          </p:cNvPr>
          <p:cNvSpPr txBox="1"/>
          <p:nvPr/>
        </p:nvSpPr>
        <p:spPr>
          <a:xfrm>
            <a:off x="1429596" y="5632392"/>
            <a:ext cx="258756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4800" dirty="0">
                <a:solidFill>
                  <a:schemeClr val="bg1"/>
                </a:solidFill>
                <a:latin typeface="Adobe 繁黑體 Std B" panose="020B0700000000000000" pitchFamily="34" charset="-120"/>
                <a:ea typeface="Adobe 繁黑體 Std B" panose="020B0700000000000000" pitchFamily="34" charset="-120"/>
              </a:rPr>
              <a:t>192  min</a:t>
            </a:r>
            <a:endParaRPr lang="zh-TW" altLang="en-US" sz="4800" dirty="0">
              <a:solidFill>
                <a:schemeClr val="bg1"/>
              </a:solidFill>
              <a:latin typeface="Adobe 繁黑體 Std B" panose="020B0700000000000000" pitchFamily="34" charset="-120"/>
              <a:ea typeface="Adobe 繁黑體 Std B" panose="020B0700000000000000" pitchFamily="34" charset="-120"/>
            </a:endParaRPr>
          </a:p>
        </p:txBody>
      </p:sp>
      <p:sp>
        <p:nvSpPr>
          <p:cNvPr id="63" name="文字方塊 62">
            <a:extLst>
              <a:ext uri="{FF2B5EF4-FFF2-40B4-BE49-F238E27FC236}">
                <a16:creationId xmlns:a16="http://schemas.microsoft.com/office/drawing/2014/main" id="{76BA11E1-9007-7DC7-37F5-05A6E6A8ADA6}"/>
              </a:ext>
            </a:extLst>
          </p:cNvPr>
          <p:cNvSpPr txBox="1"/>
          <p:nvPr/>
        </p:nvSpPr>
        <p:spPr>
          <a:xfrm>
            <a:off x="4710636" y="5639315"/>
            <a:ext cx="87716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4800" dirty="0">
                <a:solidFill>
                  <a:schemeClr val="bg1"/>
                </a:solidFill>
                <a:latin typeface="Adobe 繁黑體 Std B" panose="020B0700000000000000" pitchFamily="34" charset="-120"/>
                <a:ea typeface="Adobe 繁黑體 Std B" panose="020B0700000000000000" pitchFamily="34" charset="-120"/>
              </a:rPr>
              <a:t>30</a:t>
            </a:r>
            <a:endParaRPr lang="zh-TW" altLang="en-US" sz="4800" dirty="0">
              <a:solidFill>
                <a:schemeClr val="bg1"/>
              </a:solidFill>
              <a:latin typeface="Adobe 繁黑體 Std B" panose="020B0700000000000000" pitchFamily="34" charset="-120"/>
              <a:ea typeface="Adobe 繁黑體 Std B" panose="020B0700000000000000" pitchFamily="34" charset="-120"/>
            </a:endParaRPr>
          </a:p>
        </p:txBody>
      </p:sp>
      <p:sp>
        <p:nvSpPr>
          <p:cNvPr id="1024" name="文字方塊 1023">
            <a:extLst>
              <a:ext uri="{FF2B5EF4-FFF2-40B4-BE49-F238E27FC236}">
                <a16:creationId xmlns:a16="http://schemas.microsoft.com/office/drawing/2014/main" id="{948BE788-50F5-1AD7-B215-3C2F01267CF0}"/>
              </a:ext>
            </a:extLst>
          </p:cNvPr>
          <p:cNvSpPr txBox="1"/>
          <p:nvPr/>
        </p:nvSpPr>
        <p:spPr>
          <a:xfrm>
            <a:off x="5525924" y="5632392"/>
            <a:ext cx="87716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4800" dirty="0">
                <a:solidFill>
                  <a:schemeClr val="bg1"/>
                </a:solidFill>
                <a:latin typeface="Adobe 繁黑體 Std B" panose="020B0700000000000000" pitchFamily="34" charset="-120"/>
                <a:ea typeface="Adobe 繁黑體 Std B" panose="020B0700000000000000" pitchFamily="34" charset="-120"/>
              </a:rPr>
              <a:t>℃</a:t>
            </a:r>
            <a:endParaRPr lang="zh-TW" altLang="en-US" sz="4800" dirty="0"/>
          </a:p>
        </p:txBody>
      </p:sp>
      <p:sp>
        <p:nvSpPr>
          <p:cNvPr id="1029" name="文字方塊 1028">
            <a:extLst>
              <a:ext uri="{FF2B5EF4-FFF2-40B4-BE49-F238E27FC236}">
                <a16:creationId xmlns:a16="http://schemas.microsoft.com/office/drawing/2014/main" id="{B61D1506-5CB6-EFB2-AA56-765BAF815C5B}"/>
              </a:ext>
            </a:extLst>
          </p:cNvPr>
          <p:cNvSpPr txBox="1"/>
          <p:nvPr/>
        </p:nvSpPr>
        <p:spPr>
          <a:xfrm>
            <a:off x="1422659" y="7118706"/>
            <a:ext cx="258756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4800" dirty="0">
                <a:solidFill>
                  <a:schemeClr val="bg1"/>
                </a:solidFill>
                <a:latin typeface="Adobe 繁黑體 Std B" panose="020B0700000000000000" pitchFamily="34" charset="-120"/>
                <a:ea typeface="Adobe 繁黑體 Std B" panose="020B0700000000000000" pitchFamily="34" charset="-120"/>
              </a:rPr>
              <a:t>172  min</a:t>
            </a:r>
            <a:endParaRPr lang="zh-TW" altLang="en-US" sz="4800" dirty="0">
              <a:solidFill>
                <a:schemeClr val="bg1"/>
              </a:solidFill>
              <a:latin typeface="Adobe 繁黑體 Std B" panose="020B0700000000000000" pitchFamily="34" charset="-120"/>
              <a:ea typeface="Adobe 繁黑體 Std B" panose="020B0700000000000000" pitchFamily="34" charset="-120"/>
            </a:endParaRPr>
          </a:p>
        </p:txBody>
      </p:sp>
      <p:sp>
        <p:nvSpPr>
          <p:cNvPr id="1030" name="文字方塊 1029">
            <a:extLst>
              <a:ext uri="{FF2B5EF4-FFF2-40B4-BE49-F238E27FC236}">
                <a16:creationId xmlns:a16="http://schemas.microsoft.com/office/drawing/2014/main" id="{470435B6-02F0-F839-E8E6-0B2FCD671506}"/>
              </a:ext>
            </a:extLst>
          </p:cNvPr>
          <p:cNvSpPr txBox="1"/>
          <p:nvPr/>
        </p:nvSpPr>
        <p:spPr>
          <a:xfrm>
            <a:off x="4703699" y="7125629"/>
            <a:ext cx="87716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4800" dirty="0">
                <a:solidFill>
                  <a:schemeClr val="bg1"/>
                </a:solidFill>
                <a:latin typeface="Adobe 繁黑體 Std B" panose="020B0700000000000000" pitchFamily="34" charset="-120"/>
                <a:ea typeface="Adobe 繁黑體 Std B" panose="020B0700000000000000" pitchFamily="34" charset="-120"/>
              </a:rPr>
              <a:t>23</a:t>
            </a:r>
            <a:endParaRPr lang="zh-TW" altLang="en-US" sz="4800" dirty="0">
              <a:solidFill>
                <a:schemeClr val="bg1"/>
              </a:solidFill>
              <a:latin typeface="Adobe 繁黑體 Std B" panose="020B0700000000000000" pitchFamily="34" charset="-120"/>
              <a:ea typeface="Adobe 繁黑體 Std B" panose="020B0700000000000000" pitchFamily="34" charset="-120"/>
            </a:endParaRPr>
          </a:p>
        </p:txBody>
      </p:sp>
      <p:sp>
        <p:nvSpPr>
          <p:cNvPr id="1031" name="文字方塊 1030">
            <a:extLst>
              <a:ext uri="{FF2B5EF4-FFF2-40B4-BE49-F238E27FC236}">
                <a16:creationId xmlns:a16="http://schemas.microsoft.com/office/drawing/2014/main" id="{81EFE44F-ED86-2D84-D7C0-800D23B9A191}"/>
              </a:ext>
            </a:extLst>
          </p:cNvPr>
          <p:cNvSpPr txBox="1"/>
          <p:nvPr/>
        </p:nvSpPr>
        <p:spPr>
          <a:xfrm>
            <a:off x="5518987" y="7118706"/>
            <a:ext cx="87716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4800" dirty="0">
                <a:solidFill>
                  <a:schemeClr val="bg1"/>
                </a:solidFill>
                <a:latin typeface="Adobe 繁黑體 Std B" panose="020B0700000000000000" pitchFamily="34" charset="-120"/>
                <a:ea typeface="Adobe 繁黑體 Std B" panose="020B0700000000000000" pitchFamily="34" charset="-120"/>
              </a:rPr>
              <a:t>℃</a:t>
            </a:r>
            <a:endParaRPr lang="zh-TW" altLang="en-US" sz="4800" dirty="0"/>
          </a:p>
        </p:txBody>
      </p:sp>
      <p:sp>
        <p:nvSpPr>
          <p:cNvPr id="1032" name="文字方塊 1031">
            <a:extLst>
              <a:ext uri="{FF2B5EF4-FFF2-40B4-BE49-F238E27FC236}">
                <a16:creationId xmlns:a16="http://schemas.microsoft.com/office/drawing/2014/main" id="{C9C7A4B5-D5E4-18C4-B8ED-411E43AE2586}"/>
              </a:ext>
            </a:extLst>
          </p:cNvPr>
          <p:cNvSpPr txBox="1"/>
          <p:nvPr/>
        </p:nvSpPr>
        <p:spPr>
          <a:xfrm>
            <a:off x="1421886" y="8643063"/>
            <a:ext cx="258756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4800" dirty="0">
                <a:solidFill>
                  <a:schemeClr val="bg1"/>
                </a:solidFill>
                <a:latin typeface="Adobe 繁黑體 Std B" panose="020B0700000000000000" pitchFamily="34" charset="-120"/>
                <a:ea typeface="Adobe 繁黑體 Std B" panose="020B0700000000000000" pitchFamily="34" charset="-120"/>
              </a:rPr>
              <a:t>192  min</a:t>
            </a:r>
            <a:endParaRPr lang="zh-TW" altLang="en-US" sz="4800" dirty="0">
              <a:solidFill>
                <a:schemeClr val="bg1"/>
              </a:solidFill>
              <a:latin typeface="Adobe 繁黑體 Std B" panose="020B0700000000000000" pitchFamily="34" charset="-120"/>
              <a:ea typeface="Adobe 繁黑體 Std B" panose="020B0700000000000000" pitchFamily="34" charset="-120"/>
            </a:endParaRPr>
          </a:p>
        </p:txBody>
      </p:sp>
      <p:sp>
        <p:nvSpPr>
          <p:cNvPr id="1033" name="文字方塊 1032">
            <a:extLst>
              <a:ext uri="{FF2B5EF4-FFF2-40B4-BE49-F238E27FC236}">
                <a16:creationId xmlns:a16="http://schemas.microsoft.com/office/drawing/2014/main" id="{5E882BD8-5CEE-B89C-A9DF-E7444E8888EA}"/>
              </a:ext>
            </a:extLst>
          </p:cNvPr>
          <p:cNvSpPr txBox="1"/>
          <p:nvPr/>
        </p:nvSpPr>
        <p:spPr>
          <a:xfrm>
            <a:off x="4702926" y="8649986"/>
            <a:ext cx="87716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4800" dirty="0">
                <a:solidFill>
                  <a:schemeClr val="bg1"/>
                </a:solidFill>
                <a:latin typeface="Adobe 繁黑體 Std B" panose="020B0700000000000000" pitchFamily="34" charset="-120"/>
                <a:ea typeface="Adobe 繁黑體 Std B" panose="020B0700000000000000" pitchFamily="34" charset="-120"/>
              </a:rPr>
              <a:t>42</a:t>
            </a:r>
            <a:endParaRPr lang="zh-TW" altLang="en-US" sz="4800" dirty="0">
              <a:solidFill>
                <a:schemeClr val="bg1"/>
              </a:solidFill>
              <a:latin typeface="Adobe 繁黑體 Std B" panose="020B0700000000000000" pitchFamily="34" charset="-120"/>
              <a:ea typeface="Adobe 繁黑體 Std B" panose="020B0700000000000000" pitchFamily="34" charset="-120"/>
            </a:endParaRPr>
          </a:p>
        </p:txBody>
      </p:sp>
      <p:sp>
        <p:nvSpPr>
          <p:cNvPr id="1034" name="文字方塊 1033">
            <a:extLst>
              <a:ext uri="{FF2B5EF4-FFF2-40B4-BE49-F238E27FC236}">
                <a16:creationId xmlns:a16="http://schemas.microsoft.com/office/drawing/2014/main" id="{035EFBCC-4D25-4571-D508-708BE1DB2C0B}"/>
              </a:ext>
            </a:extLst>
          </p:cNvPr>
          <p:cNvSpPr txBox="1"/>
          <p:nvPr/>
        </p:nvSpPr>
        <p:spPr>
          <a:xfrm>
            <a:off x="5518214" y="8643063"/>
            <a:ext cx="87716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4800" dirty="0">
                <a:solidFill>
                  <a:schemeClr val="bg1"/>
                </a:solidFill>
                <a:latin typeface="Adobe 繁黑體 Std B" panose="020B0700000000000000" pitchFamily="34" charset="-120"/>
                <a:ea typeface="Adobe 繁黑體 Std B" panose="020B0700000000000000" pitchFamily="34" charset="-120"/>
              </a:rPr>
              <a:t>℃</a:t>
            </a:r>
            <a:endParaRPr lang="zh-TW" altLang="en-US" sz="4800" dirty="0"/>
          </a:p>
        </p:txBody>
      </p:sp>
      <p:pic>
        <p:nvPicPr>
          <p:cNvPr id="1038" name="圖片 1037" descr="一張含有 螢幕擷取畫面, 圓形, 設計 的圖片&#10;&#10;AI 產生的內容可能不正確。">
            <a:extLst>
              <a:ext uri="{FF2B5EF4-FFF2-40B4-BE49-F238E27FC236}">
                <a16:creationId xmlns:a16="http://schemas.microsoft.com/office/drawing/2014/main" id="{CBA979C0-F8FA-4F19-9B2C-B299DDCD3761}"/>
              </a:ext>
            </a:extLst>
          </p:cNvPr>
          <p:cNvPicPr>
            <a:picLocks noChangeAspect="1"/>
          </p:cNvPicPr>
          <p:nvPr/>
        </p:nvPicPr>
        <p:blipFill>
          <a:blip r:embed="rId2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8707"/>
          <a:stretch>
            <a:fillRect/>
          </a:stretch>
        </p:blipFill>
        <p:spPr>
          <a:xfrm>
            <a:off x="11914461" y="1234699"/>
            <a:ext cx="2414197" cy="6764347"/>
          </a:xfrm>
          <a:prstGeom prst="rect">
            <a:avLst/>
          </a:prstGeom>
          <a:effectLst>
            <a:glow>
              <a:schemeClr val="bg1">
                <a:alpha val="80000"/>
              </a:schemeClr>
            </a:glow>
          </a:effectLst>
        </p:spPr>
      </p:pic>
      <p:sp>
        <p:nvSpPr>
          <p:cNvPr id="1039" name="文字方塊 1038">
            <a:extLst>
              <a:ext uri="{FF2B5EF4-FFF2-40B4-BE49-F238E27FC236}">
                <a16:creationId xmlns:a16="http://schemas.microsoft.com/office/drawing/2014/main" id="{E55DFCD2-E8C6-7B14-E595-5909A871A658}"/>
              </a:ext>
            </a:extLst>
          </p:cNvPr>
          <p:cNvSpPr txBox="1"/>
          <p:nvPr/>
        </p:nvSpPr>
        <p:spPr>
          <a:xfrm>
            <a:off x="8855992" y="1937006"/>
            <a:ext cx="106792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4800" dirty="0">
                <a:solidFill>
                  <a:schemeClr val="bg1"/>
                </a:solidFill>
                <a:latin typeface="Adobe 繁黑體 Std B" panose="020B0700000000000000" pitchFamily="34" charset="-120"/>
                <a:ea typeface="Adobe 繁黑體 Std B" panose="020B0700000000000000" pitchFamily="34" charset="-120"/>
              </a:rPr>
              <a:t>ON</a:t>
            </a:r>
            <a:endParaRPr lang="zh-TW" altLang="en-US" sz="4800" dirty="0">
              <a:solidFill>
                <a:schemeClr val="bg1"/>
              </a:solidFill>
              <a:latin typeface="Adobe 繁黑體 Std B" panose="020B0700000000000000" pitchFamily="34" charset="-120"/>
              <a:ea typeface="Adobe 繁黑體 Std B" panose="020B0700000000000000" pitchFamily="34" charset="-120"/>
            </a:endParaRPr>
          </a:p>
        </p:txBody>
      </p:sp>
      <p:sp>
        <p:nvSpPr>
          <p:cNvPr id="1040" name="文字方塊 1039">
            <a:extLst>
              <a:ext uri="{FF2B5EF4-FFF2-40B4-BE49-F238E27FC236}">
                <a16:creationId xmlns:a16="http://schemas.microsoft.com/office/drawing/2014/main" id="{4728EFFF-2D7D-2870-EE6C-9375A0BB56D6}"/>
              </a:ext>
            </a:extLst>
          </p:cNvPr>
          <p:cNvSpPr txBox="1"/>
          <p:nvPr/>
        </p:nvSpPr>
        <p:spPr>
          <a:xfrm>
            <a:off x="14494191" y="1937005"/>
            <a:ext cx="128272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4800" dirty="0">
                <a:solidFill>
                  <a:schemeClr val="bg1"/>
                </a:solidFill>
                <a:latin typeface="Adobe 繁黑體 Std B" panose="020B0700000000000000" pitchFamily="34" charset="-120"/>
                <a:ea typeface="Adobe 繁黑體 Std B" panose="020B0700000000000000" pitchFamily="34" charset="-120"/>
              </a:rPr>
              <a:t>OFF</a:t>
            </a:r>
            <a:endParaRPr lang="zh-TW" altLang="en-US" sz="4800" dirty="0">
              <a:solidFill>
                <a:schemeClr val="bg1"/>
              </a:solidFill>
              <a:latin typeface="Adobe 繁黑體 Std B" panose="020B0700000000000000" pitchFamily="34" charset="-120"/>
              <a:ea typeface="Adobe 繁黑體 Std B" panose="020B0700000000000000" pitchFamily="34" charset="-120"/>
            </a:endParaRPr>
          </a:p>
        </p:txBody>
      </p:sp>
      <p:sp>
        <p:nvSpPr>
          <p:cNvPr id="1041" name="文字方塊 1040">
            <a:extLst>
              <a:ext uri="{FF2B5EF4-FFF2-40B4-BE49-F238E27FC236}">
                <a16:creationId xmlns:a16="http://schemas.microsoft.com/office/drawing/2014/main" id="{6A15D7BE-E037-7FDF-0CB8-FB12CD5A686E}"/>
              </a:ext>
            </a:extLst>
          </p:cNvPr>
          <p:cNvSpPr txBox="1"/>
          <p:nvPr/>
        </p:nvSpPr>
        <p:spPr>
          <a:xfrm>
            <a:off x="8365473" y="3197050"/>
            <a:ext cx="155844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4800" dirty="0">
                <a:solidFill>
                  <a:schemeClr val="bg1"/>
                </a:solidFill>
                <a:latin typeface="Adobe 繁黑體 Std B" panose="020B0700000000000000" pitchFamily="34" charset="-120"/>
                <a:ea typeface="Adobe 繁黑體 Std B" panose="020B0700000000000000" pitchFamily="34" charset="-120"/>
              </a:rPr>
              <a:t>25 %</a:t>
            </a:r>
            <a:endParaRPr lang="zh-TW" altLang="en-US" sz="4800" dirty="0">
              <a:solidFill>
                <a:schemeClr val="bg1"/>
              </a:solidFill>
              <a:latin typeface="Adobe 繁黑體 Std B" panose="020B0700000000000000" pitchFamily="34" charset="-120"/>
              <a:ea typeface="Adobe 繁黑體 Std B" panose="020B0700000000000000" pitchFamily="34" charset="-120"/>
            </a:endParaRPr>
          </a:p>
        </p:txBody>
      </p:sp>
      <p:sp>
        <p:nvSpPr>
          <p:cNvPr id="1042" name="文字方塊 1041">
            <a:extLst>
              <a:ext uri="{FF2B5EF4-FFF2-40B4-BE49-F238E27FC236}">
                <a16:creationId xmlns:a16="http://schemas.microsoft.com/office/drawing/2014/main" id="{328DB84C-7EFD-C42B-4A61-3F3F3566B179}"/>
              </a:ext>
            </a:extLst>
          </p:cNvPr>
          <p:cNvSpPr txBox="1"/>
          <p:nvPr/>
        </p:nvSpPr>
        <p:spPr>
          <a:xfrm>
            <a:off x="14494096" y="3197049"/>
            <a:ext cx="135005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4800" dirty="0">
                <a:solidFill>
                  <a:schemeClr val="bg1"/>
                </a:solidFill>
                <a:latin typeface="Adobe 繁黑體 Std B" panose="020B0700000000000000" pitchFamily="34" charset="-120"/>
                <a:ea typeface="Adobe 繁黑體 Std B" panose="020B0700000000000000" pitchFamily="34" charset="-120"/>
              </a:rPr>
              <a:t>0  %</a:t>
            </a:r>
            <a:endParaRPr lang="zh-TW" altLang="en-US" sz="4800" dirty="0">
              <a:solidFill>
                <a:schemeClr val="bg1"/>
              </a:solidFill>
              <a:latin typeface="Adobe 繁黑體 Std B" panose="020B0700000000000000" pitchFamily="34" charset="-120"/>
              <a:ea typeface="Adobe 繁黑體 Std B" panose="020B0700000000000000" pitchFamily="34" charset="-120"/>
            </a:endParaRPr>
          </a:p>
        </p:txBody>
      </p:sp>
      <p:sp>
        <p:nvSpPr>
          <p:cNvPr id="1043" name="文字方塊 1042">
            <a:extLst>
              <a:ext uri="{FF2B5EF4-FFF2-40B4-BE49-F238E27FC236}">
                <a16:creationId xmlns:a16="http://schemas.microsoft.com/office/drawing/2014/main" id="{8FD0C7D9-CEB7-D405-9760-DD948B3A2594}"/>
              </a:ext>
            </a:extLst>
          </p:cNvPr>
          <p:cNvSpPr txBox="1"/>
          <p:nvPr/>
        </p:nvSpPr>
        <p:spPr>
          <a:xfrm>
            <a:off x="8641190" y="6752551"/>
            <a:ext cx="128272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4800" dirty="0">
                <a:solidFill>
                  <a:schemeClr val="bg1"/>
                </a:solidFill>
                <a:latin typeface="Adobe 繁黑體 Std B" panose="020B0700000000000000" pitchFamily="34" charset="-120"/>
                <a:ea typeface="Adobe 繁黑體 Std B" panose="020B0700000000000000" pitchFamily="34" charset="-120"/>
              </a:rPr>
              <a:t>OFF</a:t>
            </a:r>
            <a:endParaRPr lang="zh-TW" altLang="en-US" sz="4800" dirty="0">
              <a:solidFill>
                <a:schemeClr val="bg1"/>
              </a:solidFill>
              <a:latin typeface="Adobe 繁黑體 Std B" panose="020B0700000000000000" pitchFamily="34" charset="-120"/>
              <a:ea typeface="Adobe 繁黑體 Std B" panose="020B0700000000000000" pitchFamily="34" charset="-120"/>
            </a:endParaRPr>
          </a:p>
        </p:txBody>
      </p:sp>
      <p:sp>
        <p:nvSpPr>
          <p:cNvPr id="1044" name="文字方塊 1043">
            <a:extLst>
              <a:ext uri="{FF2B5EF4-FFF2-40B4-BE49-F238E27FC236}">
                <a16:creationId xmlns:a16="http://schemas.microsoft.com/office/drawing/2014/main" id="{4F3659C4-E263-7D48-C609-FD1BE26B5C14}"/>
              </a:ext>
            </a:extLst>
          </p:cNvPr>
          <p:cNvSpPr txBox="1"/>
          <p:nvPr/>
        </p:nvSpPr>
        <p:spPr>
          <a:xfrm>
            <a:off x="9335742" y="4934395"/>
            <a:ext cx="53091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4800" dirty="0">
                <a:solidFill>
                  <a:schemeClr val="bg1"/>
                </a:solidFill>
                <a:latin typeface="Adobe 繁黑體 Std B" panose="020B0700000000000000" pitchFamily="34" charset="-120"/>
                <a:ea typeface="Adobe 繁黑體 Std B" panose="020B0700000000000000" pitchFamily="34" charset="-120"/>
              </a:rPr>
              <a:t>3</a:t>
            </a:r>
            <a:endParaRPr lang="zh-TW" altLang="en-US" sz="4800" dirty="0">
              <a:solidFill>
                <a:schemeClr val="bg1"/>
              </a:solidFill>
              <a:latin typeface="Adobe 繁黑體 Std B" panose="020B0700000000000000" pitchFamily="34" charset="-120"/>
              <a:ea typeface="Adobe 繁黑體 Std B" panose="020B0700000000000000" pitchFamily="34" charset="-120"/>
            </a:endParaRPr>
          </a:p>
        </p:txBody>
      </p:sp>
      <p:sp>
        <p:nvSpPr>
          <p:cNvPr id="1045" name="矩形: 圓角 1044">
            <a:extLst>
              <a:ext uri="{FF2B5EF4-FFF2-40B4-BE49-F238E27FC236}">
                <a16:creationId xmlns:a16="http://schemas.microsoft.com/office/drawing/2014/main" id="{9B47AF7A-78E0-6FC8-3388-902E05D6245B}"/>
              </a:ext>
            </a:extLst>
          </p:cNvPr>
          <p:cNvSpPr/>
          <p:nvPr/>
        </p:nvSpPr>
        <p:spPr>
          <a:xfrm>
            <a:off x="11064240" y="8395551"/>
            <a:ext cx="5917840" cy="1341766"/>
          </a:xfrm>
          <a:prstGeom prst="roundRect">
            <a:avLst>
              <a:gd name="adj" fmla="val 38248"/>
            </a:avLst>
          </a:prstGeom>
          <a:solidFill>
            <a:schemeClr val="tx1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n w="28575">
                <a:solidFill>
                  <a:schemeClr val="bg1"/>
                </a:solidFill>
              </a:ln>
            </a:endParaRP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898B6346-31E2-322D-761E-CB8D0EBDD6DC}"/>
              </a:ext>
            </a:extLst>
          </p:cNvPr>
          <p:cNvSpPr txBox="1"/>
          <p:nvPr/>
        </p:nvSpPr>
        <p:spPr>
          <a:xfrm>
            <a:off x="11544441" y="8649986"/>
            <a:ext cx="512993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4800" dirty="0">
                <a:solidFill>
                  <a:schemeClr val="bg1"/>
                </a:solidFill>
                <a:latin typeface="Adobe 繁黑體 Std B" panose="020B0700000000000000" pitchFamily="34" charset="-120"/>
                <a:ea typeface="Adobe 繁黑體 Std B" panose="020B0700000000000000" pitchFamily="34" charset="-120"/>
              </a:rPr>
              <a:t>開機時長</a:t>
            </a:r>
            <a:r>
              <a:rPr lang="en-US" altLang="zh-TW" sz="4800" dirty="0">
                <a:solidFill>
                  <a:schemeClr val="bg1"/>
                </a:solidFill>
                <a:latin typeface="Adobe 繁黑體 Std B" panose="020B0700000000000000" pitchFamily="34" charset="-120"/>
                <a:ea typeface="Adobe 繁黑體 Std B" panose="020B0700000000000000" pitchFamily="34" charset="-120"/>
              </a:rPr>
              <a:t>:</a:t>
            </a:r>
            <a:r>
              <a:rPr lang="zh-TW" altLang="en-US" sz="4800" dirty="0">
                <a:solidFill>
                  <a:schemeClr val="bg1"/>
                </a:solidFill>
                <a:latin typeface="Adobe 繁黑體 Std B" panose="020B0700000000000000" pitchFamily="34" charset="-120"/>
                <a:ea typeface="Adobe 繁黑體 Std B" panose="020B0700000000000000" pitchFamily="34" charset="-120"/>
              </a:rPr>
              <a:t> </a:t>
            </a:r>
            <a:r>
              <a:rPr lang="en-US" altLang="zh-TW" sz="4800" dirty="0">
                <a:solidFill>
                  <a:schemeClr val="bg1"/>
                </a:solidFill>
                <a:latin typeface="Adobe 繁黑體 Std B" panose="020B0700000000000000" pitchFamily="34" charset="-120"/>
                <a:ea typeface="Adobe 繁黑體 Std B" panose="020B0700000000000000" pitchFamily="34" charset="-120"/>
              </a:rPr>
              <a:t>23   min</a:t>
            </a:r>
            <a:endParaRPr lang="zh-TW" altLang="en-US" sz="4800" dirty="0">
              <a:solidFill>
                <a:schemeClr val="bg1"/>
              </a:solidFill>
              <a:latin typeface="Adobe 繁黑體 Std B" panose="020B0700000000000000" pitchFamily="34" charset="-120"/>
              <a:ea typeface="Adobe 繁黑體 Std B" panose="020B0700000000000000" pitchFamily="34" charset="-120"/>
            </a:endParaRPr>
          </a:p>
        </p:txBody>
      </p:sp>
      <p:sp>
        <p:nvSpPr>
          <p:cNvPr id="1047" name="文字方塊 1046">
            <a:extLst>
              <a:ext uri="{FF2B5EF4-FFF2-40B4-BE49-F238E27FC236}">
                <a16:creationId xmlns:a16="http://schemas.microsoft.com/office/drawing/2014/main" id="{675F9706-5389-47C2-A01D-A44D1A9115F9}"/>
              </a:ext>
            </a:extLst>
          </p:cNvPr>
          <p:cNvSpPr txBox="1"/>
          <p:nvPr/>
        </p:nvSpPr>
        <p:spPr>
          <a:xfrm>
            <a:off x="3315474" y="75336"/>
            <a:ext cx="141577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4800" dirty="0">
                <a:solidFill>
                  <a:schemeClr val="bg1"/>
                </a:solidFill>
                <a:latin typeface="Adobe 繁黑體 Std B" panose="020B0700000000000000" pitchFamily="34" charset="-120"/>
                <a:ea typeface="Adobe 繁黑體 Std B" panose="020B0700000000000000" pitchFamily="34" charset="-120"/>
              </a:rPr>
              <a:t>首頁</a:t>
            </a:r>
          </a:p>
        </p:txBody>
      </p:sp>
      <p:sp>
        <p:nvSpPr>
          <p:cNvPr id="1049" name="文字方塊 1048">
            <a:extLst>
              <a:ext uri="{FF2B5EF4-FFF2-40B4-BE49-F238E27FC236}">
                <a16:creationId xmlns:a16="http://schemas.microsoft.com/office/drawing/2014/main" id="{86913470-A29D-03B3-BBA4-2BC3F718D129}"/>
              </a:ext>
            </a:extLst>
          </p:cNvPr>
          <p:cNvSpPr txBox="1"/>
          <p:nvPr/>
        </p:nvSpPr>
        <p:spPr>
          <a:xfrm>
            <a:off x="13006836" y="4934395"/>
            <a:ext cx="87556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4800" dirty="0">
                <a:solidFill>
                  <a:schemeClr val="bg1"/>
                </a:solidFill>
                <a:latin typeface="Adobe 繁黑體 Std B" panose="020B0700000000000000" pitchFamily="34" charset="-120"/>
                <a:ea typeface="Adobe 繁黑體 Std B" panose="020B0700000000000000" pitchFamily="34" charset="-120"/>
              </a:rPr>
              <a:t>RF</a:t>
            </a:r>
            <a:endParaRPr lang="zh-TW" altLang="en-US" sz="4800" dirty="0">
              <a:solidFill>
                <a:schemeClr val="bg1"/>
              </a:solidFill>
              <a:latin typeface="Adobe 繁黑體 Std B" panose="020B0700000000000000" pitchFamily="34" charset="-120"/>
              <a:ea typeface="Adobe 繁黑體 Std B" panose="020B0700000000000000" pitchFamily="34" charset="-120"/>
            </a:endParaRPr>
          </a:p>
        </p:txBody>
      </p:sp>
      <p:sp>
        <p:nvSpPr>
          <p:cNvPr id="1053" name="文字方塊 1052">
            <a:extLst>
              <a:ext uri="{FF2B5EF4-FFF2-40B4-BE49-F238E27FC236}">
                <a16:creationId xmlns:a16="http://schemas.microsoft.com/office/drawing/2014/main" id="{3DFF9B61-6E25-5D01-C955-AE0BF0430E2F}"/>
              </a:ext>
            </a:extLst>
          </p:cNvPr>
          <p:cNvSpPr txBox="1"/>
          <p:nvPr/>
        </p:nvSpPr>
        <p:spPr>
          <a:xfrm>
            <a:off x="14494096" y="6717781"/>
            <a:ext cx="135005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4800" dirty="0">
                <a:solidFill>
                  <a:schemeClr val="bg1"/>
                </a:solidFill>
                <a:latin typeface="Adobe 繁黑體 Std B" panose="020B0700000000000000" pitchFamily="34" charset="-120"/>
                <a:ea typeface="Adobe 繁黑體 Std B" panose="020B0700000000000000" pitchFamily="34" charset="-120"/>
              </a:rPr>
              <a:t>0  %</a:t>
            </a:r>
            <a:endParaRPr lang="zh-TW" altLang="en-US" sz="4800" dirty="0">
              <a:solidFill>
                <a:schemeClr val="bg1"/>
              </a:solidFill>
              <a:latin typeface="Adobe 繁黑體 Std B" panose="020B0700000000000000" pitchFamily="34" charset="-120"/>
              <a:ea typeface="Adobe 繁黑體 Std B" panose="020B0700000000000000" pitchFamily="34" charset="-120"/>
            </a:endParaRPr>
          </a:p>
        </p:txBody>
      </p:sp>
      <p:sp>
        <p:nvSpPr>
          <p:cNvPr id="1054" name="文字方塊 1053">
            <a:extLst>
              <a:ext uri="{FF2B5EF4-FFF2-40B4-BE49-F238E27FC236}">
                <a16:creationId xmlns:a16="http://schemas.microsoft.com/office/drawing/2014/main" id="{07D07AAC-06BC-6344-DA4C-BCDC479B74F2}"/>
              </a:ext>
            </a:extLst>
          </p:cNvPr>
          <p:cNvSpPr txBox="1"/>
          <p:nvPr/>
        </p:nvSpPr>
        <p:spPr>
          <a:xfrm>
            <a:off x="14494096" y="4934395"/>
            <a:ext cx="203132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4800" dirty="0">
                <a:solidFill>
                  <a:schemeClr val="bg1"/>
                </a:solidFill>
                <a:latin typeface="Adobe 繁黑體 Std B" panose="020B0700000000000000" pitchFamily="34" charset="-120"/>
                <a:ea typeface="Adobe 繁黑體 Std B" panose="020B0700000000000000" pitchFamily="34" charset="-120"/>
              </a:rPr>
              <a:t>未連接</a:t>
            </a:r>
          </a:p>
        </p:txBody>
      </p:sp>
      <p:sp>
        <p:nvSpPr>
          <p:cNvPr id="1055" name="文字方塊 1054">
            <a:extLst>
              <a:ext uri="{FF2B5EF4-FFF2-40B4-BE49-F238E27FC236}">
                <a16:creationId xmlns:a16="http://schemas.microsoft.com/office/drawing/2014/main" id="{30003C42-31D8-6620-96F3-D622CEA04907}"/>
              </a:ext>
            </a:extLst>
          </p:cNvPr>
          <p:cNvSpPr txBox="1"/>
          <p:nvPr/>
        </p:nvSpPr>
        <p:spPr>
          <a:xfrm>
            <a:off x="12241258" y="55563"/>
            <a:ext cx="264687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4800" dirty="0">
                <a:solidFill>
                  <a:schemeClr val="accent6">
                    <a:lumMod val="20000"/>
                    <a:lumOff val="80000"/>
                  </a:schemeClr>
                </a:solidFill>
                <a:latin typeface="Adobe 繁黑體 Std B" panose="020B0700000000000000" pitchFamily="34" charset="-120"/>
                <a:ea typeface="Adobe 繁黑體 Std B" panose="020B0700000000000000" pitchFamily="34" charset="-120"/>
              </a:rPr>
              <a:t>一切正常</a:t>
            </a:r>
          </a:p>
        </p:txBody>
      </p:sp>
      <p:sp>
        <p:nvSpPr>
          <p:cNvPr id="1056" name="文字方塊 1055">
            <a:extLst>
              <a:ext uri="{FF2B5EF4-FFF2-40B4-BE49-F238E27FC236}">
                <a16:creationId xmlns:a16="http://schemas.microsoft.com/office/drawing/2014/main" id="{F521F92A-CBEC-80B3-60EE-DE5105A5E376}"/>
              </a:ext>
            </a:extLst>
          </p:cNvPr>
          <p:cNvSpPr txBox="1"/>
          <p:nvPr/>
        </p:nvSpPr>
        <p:spPr>
          <a:xfrm>
            <a:off x="243840" y="29170"/>
            <a:ext cx="1981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5400" dirty="0">
                <a:solidFill>
                  <a:schemeClr val="bg1"/>
                </a:solidFill>
                <a:latin typeface="Magneto" panose="04030805050802020D02" pitchFamily="82" charset="0"/>
              </a:rPr>
              <a:t>PBK</a:t>
            </a:r>
            <a:endParaRPr lang="zh-TW" altLang="en-US" sz="5400" dirty="0">
              <a:solidFill>
                <a:schemeClr val="bg1"/>
              </a:solidFill>
              <a:latin typeface="Magneto" panose="04030805050802020D02" pitchFamily="82" charset="0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8677C30B-566E-6B2A-ABDE-5B416E82F95B}"/>
              </a:ext>
            </a:extLst>
          </p:cNvPr>
          <p:cNvSpPr txBox="1"/>
          <p:nvPr/>
        </p:nvSpPr>
        <p:spPr>
          <a:xfrm>
            <a:off x="14494096" y="5826088"/>
            <a:ext cx="191911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4800" dirty="0">
                <a:solidFill>
                  <a:schemeClr val="bg1"/>
                </a:solidFill>
                <a:latin typeface="Adobe 繁黑體 Std B" panose="020B0700000000000000" pitchFamily="34" charset="-120"/>
                <a:ea typeface="Adobe 繁黑體 Std B" panose="020B0700000000000000" pitchFamily="34" charset="-120"/>
              </a:rPr>
              <a:t>綁定 </a:t>
            </a:r>
            <a:r>
              <a:rPr lang="en-US" altLang="zh-TW" sz="4800" dirty="0">
                <a:solidFill>
                  <a:schemeClr val="bg1"/>
                </a:solidFill>
                <a:latin typeface="Adobe 繁黑體 Std B" panose="020B0700000000000000" pitchFamily="34" charset="-120"/>
                <a:ea typeface="Adobe 繁黑體 Std B" panose="020B0700000000000000" pitchFamily="34" charset="-120"/>
              </a:rPr>
              <a:t>R</a:t>
            </a:r>
            <a:endParaRPr lang="zh-TW" altLang="en-US" sz="4800" dirty="0">
              <a:solidFill>
                <a:schemeClr val="bg1"/>
              </a:solidFill>
              <a:latin typeface="Adobe 繁黑體 Std B" panose="020B0700000000000000" pitchFamily="34" charset="-120"/>
              <a:ea typeface="Adobe 繁黑體 Std B" panose="020B0700000000000000" pitchFamily="34" charset="-120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ED4ABB40-F40C-2F91-CE46-D47D0868ADCD}"/>
              </a:ext>
            </a:extLst>
          </p:cNvPr>
          <p:cNvSpPr txBox="1"/>
          <p:nvPr/>
        </p:nvSpPr>
        <p:spPr>
          <a:xfrm>
            <a:off x="8054490" y="5826088"/>
            <a:ext cx="186942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4800" dirty="0">
                <a:solidFill>
                  <a:schemeClr val="bg1"/>
                </a:solidFill>
                <a:latin typeface="Adobe 繁黑體 Std B" panose="020B0700000000000000" pitchFamily="34" charset="-120"/>
                <a:ea typeface="Adobe 繁黑體 Std B" panose="020B0700000000000000" pitchFamily="34" charset="-120"/>
              </a:rPr>
              <a:t>綁定 </a:t>
            </a:r>
            <a:r>
              <a:rPr lang="en-US" altLang="zh-TW" sz="4800" dirty="0">
                <a:solidFill>
                  <a:schemeClr val="bg1"/>
                </a:solidFill>
                <a:latin typeface="Adobe 繁黑體 Std B" panose="020B0700000000000000" pitchFamily="34" charset="-120"/>
                <a:ea typeface="Adobe 繁黑體 Std B" panose="020B0700000000000000" pitchFamily="34" charset="-120"/>
              </a:rPr>
              <a:t>L</a:t>
            </a:r>
            <a:endParaRPr lang="zh-TW" altLang="en-US" sz="4800" dirty="0">
              <a:solidFill>
                <a:schemeClr val="bg1"/>
              </a:solidFill>
              <a:latin typeface="Adobe 繁黑體 Std B" panose="020B0700000000000000" pitchFamily="34" charset="-120"/>
              <a:ea typeface="Adobe 繁黑體 Std B" panose="020B0700000000000000" pitchFamily="34" charset="-120"/>
            </a:endParaRP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60EC30F3-4345-A4FF-C716-C076954AC6B9}"/>
              </a:ext>
            </a:extLst>
          </p:cNvPr>
          <p:cNvSpPr txBox="1"/>
          <p:nvPr/>
        </p:nvSpPr>
        <p:spPr>
          <a:xfrm>
            <a:off x="10560260" y="6175396"/>
            <a:ext cx="9749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>
                <a:solidFill>
                  <a:schemeClr val="bg1"/>
                </a:solidFill>
                <a:latin typeface="Adobe 繁黑體 Std B" panose="020B0700000000000000" pitchFamily="34" charset="-120"/>
                <a:ea typeface="Adobe 繁黑體 Std B" panose="020B0700000000000000" pitchFamily="34" charset="-120"/>
              </a:rPr>
              <a:t>CNC</a:t>
            </a:r>
            <a:endParaRPr lang="zh-TW" altLang="en-US" sz="3600" dirty="0">
              <a:solidFill>
                <a:schemeClr val="bg1"/>
              </a:solidFill>
              <a:latin typeface="Adobe 繁黑體 Std B" panose="020B0700000000000000" pitchFamily="34" charset="-120"/>
              <a:ea typeface="Adobe 繁黑體 Std B" panose="020B0700000000000000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443136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85DFEA2-1374-6325-31A4-E0FA0ED3E5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矩形: 圓角 29">
            <a:extLst>
              <a:ext uri="{FF2B5EF4-FFF2-40B4-BE49-F238E27FC236}">
                <a16:creationId xmlns:a16="http://schemas.microsoft.com/office/drawing/2014/main" id="{182D315C-8C10-E80A-FF73-92D4C6B99B93}"/>
              </a:ext>
            </a:extLst>
          </p:cNvPr>
          <p:cNvSpPr/>
          <p:nvPr/>
        </p:nvSpPr>
        <p:spPr>
          <a:xfrm>
            <a:off x="2468879" y="0"/>
            <a:ext cx="9280049" cy="1440180"/>
          </a:xfrm>
          <a:prstGeom prst="roundRect">
            <a:avLst>
              <a:gd name="adj" fmla="val 25662"/>
            </a:avLst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4A63E4F3-C3D3-3F4C-6812-CB153EB29152}"/>
              </a:ext>
            </a:extLst>
          </p:cNvPr>
          <p:cNvSpPr/>
          <p:nvPr/>
        </p:nvSpPr>
        <p:spPr>
          <a:xfrm>
            <a:off x="8639969" y="0"/>
            <a:ext cx="3108960" cy="1440180"/>
          </a:xfrm>
          <a:prstGeom prst="roundRect">
            <a:avLst>
              <a:gd name="adj" fmla="val 25662"/>
            </a:avLst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0E73EBEA-D872-CF2B-E4EC-48AB1CB891F3}"/>
              </a:ext>
            </a:extLst>
          </p:cNvPr>
          <p:cNvSpPr txBox="1"/>
          <p:nvPr/>
        </p:nvSpPr>
        <p:spPr>
          <a:xfrm>
            <a:off x="243840" y="29170"/>
            <a:ext cx="1981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5400" dirty="0">
                <a:solidFill>
                  <a:schemeClr val="bg1"/>
                </a:solidFill>
                <a:latin typeface="Magneto" panose="04030805050802020D02" pitchFamily="82" charset="0"/>
              </a:rPr>
              <a:t>PBK</a:t>
            </a:r>
            <a:endParaRPr lang="zh-TW" altLang="en-US" sz="5400" dirty="0">
              <a:solidFill>
                <a:schemeClr val="bg1"/>
              </a:solidFill>
              <a:latin typeface="Magneto" panose="04030805050802020D02" pitchFamily="82" charset="0"/>
            </a:endParaRPr>
          </a:p>
        </p:txBody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756B838D-102F-E330-C652-0617FC5994BB}"/>
              </a:ext>
            </a:extLst>
          </p:cNvPr>
          <p:cNvSpPr/>
          <p:nvPr/>
        </p:nvSpPr>
        <p:spPr>
          <a:xfrm>
            <a:off x="0" y="845820"/>
            <a:ext cx="17279938" cy="8945880"/>
          </a:xfrm>
          <a:prstGeom prst="roundRect">
            <a:avLst>
              <a:gd name="adj" fmla="val 0"/>
            </a:avLst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3" name="矩形: 圓角 22">
            <a:extLst>
              <a:ext uri="{FF2B5EF4-FFF2-40B4-BE49-F238E27FC236}">
                <a16:creationId xmlns:a16="http://schemas.microsoft.com/office/drawing/2014/main" id="{5F063058-A6F7-0207-0C8A-3B25C0107B31}"/>
              </a:ext>
            </a:extLst>
          </p:cNvPr>
          <p:cNvSpPr/>
          <p:nvPr/>
        </p:nvSpPr>
        <p:spPr>
          <a:xfrm>
            <a:off x="162719" y="4033112"/>
            <a:ext cx="16954500" cy="2333387"/>
          </a:xfrm>
          <a:prstGeom prst="roundRect">
            <a:avLst>
              <a:gd name="adj" fmla="val 19713"/>
            </a:avLst>
          </a:prstGeom>
          <a:solidFill>
            <a:schemeClr val="tx1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n w="28575">
                <a:solidFill>
                  <a:schemeClr val="bg1"/>
                </a:solidFill>
              </a:ln>
            </a:endParaRP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1486622E-7CF1-B268-5796-585F83793D83}"/>
              </a:ext>
            </a:extLst>
          </p:cNvPr>
          <p:cNvSpPr txBox="1"/>
          <p:nvPr/>
        </p:nvSpPr>
        <p:spPr>
          <a:xfrm>
            <a:off x="3315474" y="75336"/>
            <a:ext cx="141577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4800" dirty="0">
                <a:solidFill>
                  <a:schemeClr val="bg1"/>
                </a:solidFill>
                <a:latin typeface="Adobe 繁黑體 Std B" panose="020B0700000000000000" pitchFamily="34" charset="-120"/>
                <a:ea typeface="Adobe 繁黑體 Std B" panose="020B0700000000000000" pitchFamily="34" charset="-120"/>
              </a:rPr>
              <a:t>首頁</a:t>
            </a: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BDB0DE1E-4338-EC89-4877-32CCA89D1A1D}"/>
              </a:ext>
            </a:extLst>
          </p:cNvPr>
          <p:cNvSpPr txBox="1"/>
          <p:nvPr/>
        </p:nvSpPr>
        <p:spPr>
          <a:xfrm>
            <a:off x="6424434" y="75336"/>
            <a:ext cx="141577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4800" dirty="0">
                <a:solidFill>
                  <a:schemeClr val="bg1"/>
                </a:solidFill>
                <a:latin typeface="Adobe 繁黑體 Std B" panose="020B0700000000000000" pitchFamily="34" charset="-120"/>
                <a:ea typeface="Adobe 繁黑體 Std B" panose="020B0700000000000000" pitchFamily="34" charset="-120"/>
              </a:rPr>
              <a:t>狀態</a:t>
            </a:r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71B36E2E-07FA-3ED1-F508-3C25C4A556FC}"/>
              </a:ext>
            </a:extLst>
          </p:cNvPr>
          <p:cNvSpPr txBox="1"/>
          <p:nvPr/>
        </p:nvSpPr>
        <p:spPr>
          <a:xfrm>
            <a:off x="9533394" y="75336"/>
            <a:ext cx="141577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4800" dirty="0">
                <a:solidFill>
                  <a:schemeClr val="bg1"/>
                </a:solidFill>
                <a:latin typeface="Adobe 繁黑體 Std B" panose="020B0700000000000000" pitchFamily="34" charset="-120"/>
                <a:ea typeface="Adobe 繁黑體 Std B" panose="020B0700000000000000" pitchFamily="34" charset="-120"/>
              </a:rPr>
              <a:t>設定</a:t>
            </a:r>
          </a:p>
        </p:txBody>
      </p:sp>
      <p:cxnSp>
        <p:nvCxnSpPr>
          <p:cNvPr id="2" name="直線接點 1">
            <a:extLst>
              <a:ext uri="{FF2B5EF4-FFF2-40B4-BE49-F238E27FC236}">
                <a16:creationId xmlns:a16="http://schemas.microsoft.com/office/drawing/2014/main" id="{7638B8ED-B5CF-40CF-2315-8CF4C8E86FED}"/>
              </a:ext>
            </a:extLst>
          </p:cNvPr>
          <p:cNvCxnSpPr>
            <a:cxnSpLocks/>
          </p:cNvCxnSpPr>
          <p:nvPr/>
        </p:nvCxnSpPr>
        <p:spPr>
          <a:xfrm>
            <a:off x="5577840" y="58052"/>
            <a:ext cx="0" cy="749783"/>
          </a:xfrm>
          <a:prstGeom prst="line">
            <a:avLst/>
          </a:prstGeom>
          <a:ln w="5715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矩形: 圓角 3">
            <a:extLst>
              <a:ext uri="{FF2B5EF4-FFF2-40B4-BE49-F238E27FC236}">
                <a16:creationId xmlns:a16="http://schemas.microsoft.com/office/drawing/2014/main" id="{A97FC22E-84C6-A65B-AE9F-C252C6B1664A}"/>
              </a:ext>
            </a:extLst>
          </p:cNvPr>
          <p:cNvSpPr/>
          <p:nvPr/>
        </p:nvSpPr>
        <p:spPr>
          <a:xfrm>
            <a:off x="162719" y="1293590"/>
            <a:ext cx="16954500" cy="2333387"/>
          </a:xfrm>
          <a:prstGeom prst="roundRect">
            <a:avLst>
              <a:gd name="adj" fmla="val 19713"/>
            </a:avLst>
          </a:prstGeom>
          <a:solidFill>
            <a:schemeClr val="tx1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n w="28575">
                <a:solidFill>
                  <a:schemeClr val="bg1"/>
                </a:solidFill>
              </a:ln>
            </a:endParaRPr>
          </a:p>
        </p:txBody>
      </p:sp>
      <p:pic>
        <p:nvPicPr>
          <p:cNvPr id="1026" name="Picture 2" descr="Brightness - Free weather icons">
            <a:extLst>
              <a:ext uri="{FF2B5EF4-FFF2-40B4-BE49-F238E27FC236}">
                <a16:creationId xmlns:a16="http://schemas.microsoft.com/office/drawing/2014/main" id="{702B4F48-109F-F670-1C9C-1B72237C8A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0221904">
            <a:off x="619685" y="1641952"/>
            <a:ext cx="571941" cy="571941"/>
          </a:xfrm>
          <a:prstGeom prst="rect">
            <a:avLst/>
          </a:prstGeom>
          <a:noFill/>
          <a:effectLst>
            <a:glow rad="6350">
              <a:srgbClr val="FFFFFF">
                <a:alpha val="90000"/>
              </a:srgbClr>
            </a:glo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文字方塊 17">
            <a:extLst>
              <a:ext uri="{FF2B5EF4-FFF2-40B4-BE49-F238E27FC236}">
                <a16:creationId xmlns:a16="http://schemas.microsoft.com/office/drawing/2014/main" id="{16D1B1AF-96D7-606B-8ADA-5040E864F21D}"/>
              </a:ext>
            </a:extLst>
          </p:cNvPr>
          <p:cNvSpPr txBox="1"/>
          <p:nvPr/>
        </p:nvSpPr>
        <p:spPr>
          <a:xfrm>
            <a:off x="6873139" y="1553031"/>
            <a:ext cx="176683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4800" dirty="0">
                <a:solidFill>
                  <a:schemeClr val="bg1"/>
                </a:solidFill>
                <a:latin typeface="Adobe 繁黑體 Std B" panose="020B0700000000000000" pitchFamily="34" charset="-120"/>
                <a:ea typeface="Adobe 繁黑體 Std B" panose="020B0700000000000000" pitchFamily="34" charset="-120"/>
              </a:rPr>
              <a:t>100%</a:t>
            </a:r>
            <a:endParaRPr lang="zh-TW" altLang="en-US" sz="4800" dirty="0">
              <a:solidFill>
                <a:schemeClr val="bg1"/>
              </a:solidFill>
              <a:latin typeface="Adobe 繁黑體 Std B" panose="020B0700000000000000" pitchFamily="34" charset="-120"/>
              <a:ea typeface="Adobe 繁黑體 Std B" panose="020B0700000000000000" pitchFamily="34" charset="-120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EFB1713D-CE98-71E9-AF57-E3003DFF8120}"/>
              </a:ext>
            </a:extLst>
          </p:cNvPr>
          <p:cNvSpPr txBox="1"/>
          <p:nvPr/>
        </p:nvSpPr>
        <p:spPr>
          <a:xfrm>
            <a:off x="1436330" y="1553031"/>
            <a:ext cx="264687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4800" dirty="0">
                <a:solidFill>
                  <a:schemeClr val="bg1"/>
                </a:solidFill>
                <a:latin typeface="Adobe 繁黑體 Std B" panose="020B0700000000000000" pitchFamily="34" charset="-120"/>
                <a:ea typeface="Adobe 繁黑體 Std B" panose="020B0700000000000000" pitchFamily="34" charset="-120"/>
              </a:rPr>
              <a:t>螢幕亮度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F1B51494-D642-D88F-4B3B-2F1D2643F1FE}"/>
              </a:ext>
            </a:extLst>
          </p:cNvPr>
          <p:cNvSpPr txBox="1"/>
          <p:nvPr/>
        </p:nvSpPr>
        <p:spPr>
          <a:xfrm>
            <a:off x="1436330" y="2540575"/>
            <a:ext cx="326243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4800" dirty="0">
                <a:solidFill>
                  <a:schemeClr val="bg1"/>
                </a:solidFill>
                <a:latin typeface="Adobe 繁黑體 Std B" panose="020B0700000000000000" pitchFamily="34" charset="-120"/>
                <a:ea typeface="Adobe 繁黑體 Std B" panose="020B0700000000000000" pitchFamily="34" charset="-120"/>
              </a:rPr>
              <a:t>最佳化亮度</a:t>
            </a:r>
          </a:p>
        </p:txBody>
      </p:sp>
      <p:pic>
        <p:nvPicPr>
          <p:cNvPr id="9" name="Picture 2" descr="Frequency - Free signs icons">
            <a:extLst>
              <a:ext uri="{FF2B5EF4-FFF2-40B4-BE49-F238E27FC236}">
                <a16:creationId xmlns:a16="http://schemas.microsoft.com/office/drawing/2014/main" id="{06E30DA8-B449-9E0F-E380-2FD201F912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0764" y="4390076"/>
            <a:ext cx="626745" cy="6267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文字方塊 11">
            <a:extLst>
              <a:ext uri="{FF2B5EF4-FFF2-40B4-BE49-F238E27FC236}">
                <a16:creationId xmlns:a16="http://schemas.microsoft.com/office/drawing/2014/main" id="{3A432F67-9216-851E-31DA-F3E61FC8FC8F}"/>
              </a:ext>
            </a:extLst>
          </p:cNvPr>
          <p:cNvSpPr txBox="1"/>
          <p:nvPr/>
        </p:nvSpPr>
        <p:spPr>
          <a:xfrm>
            <a:off x="1374812" y="4287949"/>
            <a:ext cx="347563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4800" dirty="0">
                <a:solidFill>
                  <a:schemeClr val="bg1"/>
                </a:solidFill>
                <a:latin typeface="Adobe 繁黑體 Std B" panose="020B0700000000000000" pitchFamily="34" charset="-120"/>
                <a:ea typeface="Adobe 繁黑體 Std B" panose="020B0700000000000000" pitchFamily="34" charset="-120"/>
              </a:rPr>
              <a:t>RF </a:t>
            </a:r>
            <a:r>
              <a:rPr lang="zh-TW" altLang="en-US" sz="4800" dirty="0">
                <a:solidFill>
                  <a:schemeClr val="bg1"/>
                </a:solidFill>
                <a:latin typeface="Adobe 繁黑體 Std B" panose="020B0700000000000000" pitchFamily="34" charset="-120"/>
                <a:ea typeface="Adobe 繁黑體 Std B" panose="020B0700000000000000" pitchFamily="34" charset="-120"/>
              </a:rPr>
              <a:t>連接資訊</a:t>
            </a: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1F742F53-5B43-1F61-F4D6-89E30A7D7419}"/>
              </a:ext>
            </a:extLst>
          </p:cNvPr>
          <p:cNvSpPr txBox="1"/>
          <p:nvPr/>
        </p:nvSpPr>
        <p:spPr>
          <a:xfrm>
            <a:off x="7469464" y="4287949"/>
            <a:ext cx="915667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4800" dirty="0">
                <a:solidFill>
                  <a:schemeClr val="bg1"/>
                </a:solidFill>
                <a:latin typeface="Adobe 繁黑體 Std B" panose="020B0700000000000000" pitchFamily="34" charset="-120"/>
                <a:ea typeface="Adobe 繁黑體 Std B" panose="020B0700000000000000" pitchFamily="34" charset="-120"/>
              </a:rPr>
              <a:t>nRF24l01 | Channel = 1 | 2.4 GHz</a:t>
            </a:r>
            <a:endParaRPr lang="zh-TW" altLang="en-US" sz="4800" dirty="0">
              <a:solidFill>
                <a:schemeClr val="bg1"/>
              </a:solidFill>
              <a:latin typeface="Adobe 繁黑體 Std B" panose="020B0700000000000000" pitchFamily="34" charset="-120"/>
              <a:ea typeface="Adobe 繁黑體 Std B" panose="020B0700000000000000" pitchFamily="34" charset="-120"/>
            </a:endParaRP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77AAF3D0-5D03-F567-BE6D-B0FE0F12C668}"/>
              </a:ext>
            </a:extLst>
          </p:cNvPr>
          <p:cNvSpPr txBox="1"/>
          <p:nvPr/>
        </p:nvSpPr>
        <p:spPr>
          <a:xfrm>
            <a:off x="1374812" y="5280269"/>
            <a:ext cx="347563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4800" dirty="0">
                <a:solidFill>
                  <a:schemeClr val="bg1"/>
                </a:solidFill>
                <a:latin typeface="Adobe 繁黑體 Std B" panose="020B0700000000000000" pitchFamily="34" charset="-120"/>
                <a:ea typeface="Adobe 繁黑體 Std B" panose="020B0700000000000000" pitchFamily="34" charset="-120"/>
              </a:rPr>
              <a:t>RF </a:t>
            </a:r>
            <a:r>
              <a:rPr lang="zh-TW" altLang="en-US" sz="4800" dirty="0">
                <a:solidFill>
                  <a:schemeClr val="bg1"/>
                </a:solidFill>
                <a:latin typeface="Adobe 繁黑體 Std B" panose="020B0700000000000000" pitchFamily="34" charset="-120"/>
                <a:ea typeface="Adobe 繁黑體 Std B" panose="020B0700000000000000" pitchFamily="34" charset="-120"/>
              </a:rPr>
              <a:t>輸出綁定</a:t>
            </a:r>
          </a:p>
        </p:txBody>
      </p: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69418EC9-44D9-F3C8-4606-BE71C52B3E22}"/>
              </a:ext>
            </a:extLst>
          </p:cNvPr>
          <p:cNvSpPr txBox="1"/>
          <p:nvPr/>
        </p:nvSpPr>
        <p:spPr>
          <a:xfrm>
            <a:off x="12241258" y="55563"/>
            <a:ext cx="264687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4800" dirty="0">
                <a:solidFill>
                  <a:schemeClr val="accent6">
                    <a:lumMod val="20000"/>
                    <a:lumOff val="80000"/>
                  </a:schemeClr>
                </a:solidFill>
                <a:latin typeface="Adobe 繁黑體 Std B" panose="020B0700000000000000" pitchFamily="34" charset="-120"/>
                <a:ea typeface="Adobe 繁黑體 Std B" panose="020B0700000000000000" pitchFamily="34" charset="-120"/>
              </a:rPr>
              <a:t>一切正常</a:t>
            </a:r>
          </a:p>
        </p:txBody>
      </p: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73439EE8-1AD0-8E36-3CDC-4451C0FAE600}"/>
              </a:ext>
            </a:extLst>
          </p:cNvPr>
          <p:cNvSpPr txBox="1"/>
          <p:nvPr/>
        </p:nvSpPr>
        <p:spPr>
          <a:xfrm>
            <a:off x="14232829" y="8419567"/>
            <a:ext cx="320173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4800" dirty="0">
                <a:solidFill>
                  <a:schemeClr val="bg1"/>
                </a:solidFill>
                <a:latin typeface="Adobe 繁黑體 Std B" panose="020B0700000000000000" pitchFamily="34" charset="-120"/>
                <a:ea typeface="Adobe 繁黑體 Std B" panose="020B0700000000000000" pitchFamily="34" charset="-120"/>
              </a:rPr>
              <a:t>下一頁 </a:t>
            </a:r>
            <a:r>
              <a:rPr lang="en-US" altLang="zh-TW" sz="4800" dirty="0">
                <a:solidFill>
                  <a:schemeClr val="bg1"/>
                </a:solidFill>
                <a:latin typeface="Adobe 繁黑體 Std B" panose="020B0700000000000000" pitchFamily="34" charset="-120"/>
                <a:ea typeface="Adobe 繁黑體 Std B" panose="020B0700000000000000" pitchFamily="34" charset="-120"/>
              </a:rPr>
              <a:t>&gt;</a:t>
            </a:r>
            <a:endParaRPr lang="zh-TW" altLang="en-US" sz="4800" dirty="0">
              <a:solidFill>
                <a:schemeClr val="bg1"/>
              </a:solidFill>
              <a:latin typeface="Adobe 繁黑體 Std B" panose="020B0700000000000000" pitchFamily="34" charset="-120"/>
              <a:ea typeface="Adobe 繁黑體 Std B" panose="020B0700000000000000" pitchFamily="34" charset="-120"/>
            </a:endParaRPr>
          </a:p>
        </p:txBody>
      </p:sp>
      <p:sp>
        <p:nvSpPr>
          <p:cNvPr id="26" name="文字方塊 25">
            <a:extLst>
              <a:ext uri="{FF2B5EF4-FFF2-40B4-BE49-F238E27FC236}">
                <a16:creationId xmlns:a16="http://schemas.microsoft.com/office/drawing/2014/main" id="{54FC9287-D876-B488-C71F-0AA608006A5C}"/>
              </a:ext>
            </a:extLst>
          </p:cNvPr>
          <p:cNvSpPr txBox="1"/>
          <p:nvPr/>
        </p:nvSpPr>
        <p:spPr>
          <a:xfrm>
            <a:off x="447970" y="8419566"/>
            <a:ext cx="320173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800" dirty="0">
                <a:solidFill>
                  <a:srgbClr val="7F7F7F"/>
                </a:solidFill>
                <a:latin typeface="Adobe 繁黑體 Std B" panose="020B0700000000000000" pitchFamily="34" charset="-120"/>
                <a:ea typeface="Adobe 繁黑體 Std B" panose="020B0700000000000000" pitchFamily="34" charset="-120"/>
              </a:rPr>
              <a:t>&lt;</a:t>
            </a:r>
            <a:r>
              <a:rPr lang="zh-TW" altLang="en-US" sz="4800" dirty="0">
                <a:solidFill>
                  <a:srgbClr val="7F7F7F"/>
                </a:solidFill>
                <a:latin typeface="Adobe 繁黑體 Std B" panose="020B0700000000000000" pitchFamily="34" charset="-120"/>
                <a:ea typeface="Adobe 繁黑體 Std B" panose="020B0700000000000000" pitchFamily="34" charset="-120"/>
              </a:rPr>
              <a:t> 上一頁</a:t>
            </a:r>
          </a:p>
        </p:txBody>
      </p:sp>
      <p:sp>
        <p:nvSpPr>
          <p:cNvPr id="28" name="文字方塊 27">
            <a:extLst>
              <a:ext uri="{FF2B5EF4-FFF2-40B4-BE49-F238E27FC236}">
                <a16:creationId xmlns:a16="http://schemas.microsoft.com/office/drawing/2014/main" id="{C83CDE52-C472-BD48-B493-0EBB0AC5EDE7}"/>
              </a:ext>
            </a:extLst>
          </p:cNvPr>
          <p:cNvSpPr txBox="1"/>
          <p:nvPr/>
        </p:nvSpPr>
        <p:spPr>
          <a:xfrm>
            <a:off x="7618194" y="8419566"/>
            <a:ext cx="204355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4800" dirty="0">
                <a:solidFill>
                  <a:schemeClr val="bg1"/>
                </a:solidFill>
                <a:latin typeface="Adobe 繁黑體 Std B" panose="020B0700000000000000" pitchFamily="34" charset="-120"/>
                <a:ea typeface="Adobe 繁黑體 Std B" panose="020B0700000000000000" pitchFamily="34" charset="-120"/>
              </a:rPr>
              <a:t>第 </a:t>
            </a:r>
            <a:r>
              <a:rPr lang="en-US" altLang="zh-TW" sz="4800" dirty="0">
                <a:solidFill>
                  <a:schemeClr val="bg1"/>
                </a:solidFill>
                <a:latin typeface="Adobe 繁黑體 Std B" panose="020B0700000000000000" pitchFamily="34" charset="-120"/>
                <a:ea typeface="Adobe 繁黑體 Std B" panose="020B0700000000000000" pitchFamily="34" charset="-120"/>
              </a:rPr>
              <a:t>1 </a:t>
            </a:r>
            <a:r>
              <a:rPr lang="zh-TW" altLang="en-US" sz="4800" dirty="0">
                <a:solidFill>
                  <a:schemeClr val="bg1"/>
                </a:solidFill>
                <a:latin typeface="Adobe 繁黑體 Std B" panose="020B0700000000000000" pitchFamily="34" charset="-120"/>
                <a:ea typeface="Adobe 繁黑體 Std B" panose="020B0700000000000000" pitchFamily="34" charset="-120"/>
              </a:rPr>
              <a:t>頁</a:t>
            </a:r>
          </a:p>
        </p:txBody>
      </p:sp>
      <p:cxnSp>
        <p:nvCxnSpPr>
          <p:cNvPr id="11" name="直線接點 10">
            <a:extLst>
              <a:ext uri="{FF2B5EF4-FFF2-40B4-BE49-F238E27FC236}">
                <a16:creationId xmlns:a16="http://schemas.microsoft.com/office/drawing/2014/main" id="{5A57B2F8-B46D-D165-79DD-B4A39AC5AEDE}"/>
              </a:ext>
            </a:extLst>
          </p:cNvPr>
          <p:cNvCxnSpPr>
            <a:cxnSpLocks/>
          </p:cNvCxnSpPr>
          <p:nvPr/>
        </p:nvCxnSpPr>
        <p:spPr>
          <a:xfrm>
            <a:off x="8955464" y="1931866"/>
            <a:ext cx="7425957" cy="0"/>
          </a:xfrm>
          <a:prstGeom prst="line">
            <a:avLst/>
          </a:prstGeom>
          <a:ln w="149225" cap="rnd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流程圖: 接點 26">
            <a:extLst>
              <a:ext uri="{FF2B5EF4-FFF2-40B4-BE49-F238E27FC236}">
                <a16:creationId xmlns:a16="http://schemas.microsoft.com/office/drawing/2014/main" id="{4E806E65-D287-21BB-AB5D-037CB40FCA0C}"/>
              </a:ext>
            </a:extLst>
          </p:cNvPr>
          <p:cNvSpPr/>
          <p:nvPr/>
        </p:nvSpPr>
        <p:spPr>
          <a:xfrm>
            <a:off x="10431780" y="1623122"/>
            <a:ext cx="609600" cy="609600"/>
          </a:xfrm>
          <a:prstGeom prst="flowChartConnector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9" name="流程圖: 接點 28">
            <a:extLst>
              <a:ext uri="{FF2B5EF4-FFF2-40B4-BE49-F238E27FC236}">
                <a16:creationId xmlns:a16="http://schemas.microsoft.com/office/drawing/2014/main" id="{409BF759-50E0-4EC1-C8EB-F549838EA3F5}"/>
              </a:ext>
            </a:extLst>
          </p:cNvPr>
          <p:cNvSpPr/>
          <p:nvPr/>
        </p:nvSpPr>
        <p:spPr>
          <a:xfrm>
            <a:off x="10523994" y="1723054"/>
            <a:ext cx="425172" cy="425172"/>
          </a:xfrm>
          <a:prstGeom prst="flowChartConnector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33" name="直線接點 32">
            <a:extLst>
              <a:ext uri="{FF2B5EF4-FFF2-40B4-BE49-F238E27FC236}">
                <a16:creationId xmlns:a16="http://schemas.microsoft.com/office/drawing/2014/main" id="{5918827C-4099-C716-3B7A-79C4B37FB869}"/>
              </a:ext>
            </a:extLst>
          </p:cNvPr>
          <p:cNvCxnSpPr>
            <a:cxnSpLocks/>
          </p:cNvCxnSpPr>
          <p:nvPr/>
        </p:nvCxnSpPr>
        <p:spPr>
          <a:xfrm>
            <a:off x="15400020" y="2869126"/>
            <a:ext cx="729941" cy="0"/>
          </a:xfrm>
          <a:prstGeom prst="line">
            <a:avLst/>
          </a:prstGeom>
          <a:ln w="635000" cap="rnd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流程圖: 接點 35">
            <a:extLst>
              <a:ext uri="{FF2B5EF4-FFF2-40B4-BE49-F238E27FC236}">
                <a16:creationId xmlns:a16="http://schemas.microsoft.com/office/drawing/2014/main" id="{02905F7C-712C-F7AE-6849-118A25AD65AC}"/>
              </a:ext>
            </a:extLst>
          </p:cNvPr>
          <p:cNvSpPr/>
          <p:nvPr/>
        </p:nvSpPr>
        <p:spPr>
          <a:xfrm>
            <a:off x="15843608" y="2612754"/>
            <a:ext cx="526900" cy="526900"/>
          </a:xfrm>
          <a:prstGeom prst="flowChartConnector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7" name="文字方塊 36">
            <a:extLst>
              <a:ext uri="{FF2B5EF4-FFF2-40B4-BE49-F238E27FC236}">
                <a16:creationId xmlns:a16="http://schemas.microsoft.com/office/drawing/2014/main" id="{2AC59D35-1D75-CACF-3C05-E98FC72703B7}"/>
              </a:ext>
            </a:extLst>
          </p:cNvPr>
          <p:cNvSpPr txBox="1"/>
          <p:nvPr/>
        </p:nvSpPr>
        <p:spPr>
          <a:xfrm>
            <a:off x="13472364" y="2488661"/>
            <a:ext cx="141577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4800" dirty="0">
                <a:solidFill>
                  <a:schemeClr val="bg1"/>
                </a:solidFill>
                <a:latin typeface="Adobe 繁黑體 Std B" panose="020B0700000000000000" pitchFamily="34" charset="-120"/>
                <a:ea typeface="Adobe 繁黑體 Std B" panose="020B0700000000000000" pitchFamily="34" charset="-120"/>
              </a:rPr>
              <a:t>開啟</a:t>
            </a:r>
          </a:p>
        </p:txBody>
      </p:sp>
    </p:spTree>
    <p:extLst>
      <p:ext uri="{BB962C8B-B14F-4D97-AF65-F5344CB8AC3E}">
        <p14:creationId xmlns:p14="http://schemas.microsoft.com/office/powerpoint/2010/main" val="36401618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線接點 5">
            <a:extLst>
              <a:ext uri="{FF2B5EF4-FFF2-40B4-BE49-F238E27FC236}">
                <a16:creationId xmlns:a16="http://schemas.microsoft.com/office/drawing/2014/main" id="{5C1BDB26-EF8D-E705-F8B1-D48D7128E270}"/>
              </a:ext>
            </a:extLst>
          </p:cNvPr>
          <p:cNvCxnSpPr>
            <a:cxnSpLocks/>
          </p:cNvCxnSpPr>
          <p:nvPr/>
        </p:nvCxnSpPr>
        <p:spPr>
          <a:xfrm>
            <a:off x="13906500" y="2114746"/>
            <a:ext cx="729941" cy="0"/>
          </a:xfrm>
          <a:prstGeom prst="line">
            <a:avLst/>
          </a:prstGeom>
          <a:ln w="635000" cap="rnd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流程圖: 接點 6">
            <a:extLst>
              <a:ext uri="{FF2B5EF4-FFF2-40B4-BE49-F238E27FC236}">
                <a16:creationId xmlns:a16="http://schemas.microsoft.com/office/drawing/2014/main" id="{982B389D-2A03-B806-9B87-1636EB45878F}"/>
              </a:ext>
            </a:extLst>
          </p:cNvPr>
          <p:cNvSpPr/>
          <p:nvPr/>
        </p:nvSpPr>
        <p:spPr>
          <a:xfrm>
            <a:off x="14362320" y="1850400"/>
            <a:ext cx="526900" cy="526900"/>
          </a:xfrm>
          <a:prstGeom prst="flowChartConnector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6E3F401D-B4DC-1FC1-8978-6A0056594A33}"/>
              </a:ext>
            </a:extLst>
          </p:cNvPr>
          <p:cNvSpPr txBox="1"/>
          <p:nvPr/>
        </p:nvSpPr>
        <p:spPr>
          <a:xfrm>
            <a:off x="11978844" y="1734281"/>
            <a:ext cx="141577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4800" dirty="0">
                <a:solidFill>
                  <a:schemeClr val="bg1"/>
                </a:solidFill>
                <a:latin typeface="Adobe 繁黑體 Std B" panose="020B0700000000000000" pitchFamily="34" charset="-120"/>
                <a:ea typeface="Adobe 繁黑體 Std B" panose="020B0700000000000000" pitchFamily="34" charset="-120"/>
              </a:rPr>
              <a:t>開啟</a:t>
            </a:r>
          </a:p>
        </p:txBody>
      </p:sp>
      <p:cxnSp>
        <p:nvCxnSpPr>
          <p:cNvPr id="9" name="直線接點 8">
            <a:extLst>
              <a:ext uri="{FF2B5EF4-FFF2-40B4-BE49-F238E27FC236}">
                <a16:creationId xmlns:a16="http://schemas.microsoft.com/office/drawing/2014/main" id="{985EC746-F604-3870-FD3B-02ADA66FAA33}"/>
              </a:ext>
            </a:extLst>
          </p:cNvPr>
          <p:cNvCxnSpPr>
            <a:cxnSpLocks/>
          </p:cNvCxnSpPr>
          <p:nvPr/>
        </p:nvCxnSpPr>
        <p:spPr>
          <a:xfrm>
            <a:off x="13906500" y="3202115"/>
            <a:ext cx="729941" cy="0"/>
          </a:xfrm>
          <a:prstGeom prst="line">
            <a:avLst/>
          </a:prstGeom>
          <a:ln w="635000" cap="rnd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直線接點 11">
            <a:extLst>
              <a:ext uri="{FF2B5EF4-FFF2-40B4-BE49-F238E27FC236}">
                <a16:creationId xmlns:a16="http://schemas.microsoft.com/office/drawing/2014/main" id="{AC153194-C0D8-0C94-F477-6A6012785A91}"/>
              </a:ext>
            </a:extLst>
          </p:cNvPr>
          <p:cNvCxnSpPr>
            <a:cxnSpLocks/>
          </p:cNvCxnSpPr>
          <p:nvPr/>
        </p:nvCxnSpPr>
        <p:spPr>
          <a:xfrm>
            <a:off x="13906500" y="3202115"/>
            <a:ext cx="729941" cy="0"/>
          </a:xfrm>
          <a:prstGeom prst="line">
            <a:avLst/>
          </a:prstGeom>
          <a:ln w="533400" cap="rnd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流程圖: 接點 9">
            <a:extLst>
              <a:ext uri="{FF2B5EF4-FFF2-40B4-BE49-F238E27FC236}">
                <a16:creationId xmlns:a16="http://schemas.microsoft.com/office/drawing/2014/main" id="{3C068DE1-A4C8-EF3E-756B-E07E08EC37DB}"/>
              </a:ext>
            </a:extLst>
          </p:cNvPr>
          <p:cNvSpPr/>
          <p:nvPr/>
        </p:nvSpPr>
        <p:spPr>
          <a:xfrm>
            <a:off x="13708500" y="3004115"/>
            <a:ext cx="396000" cy="396000"/>
          </a:xfrm>
          <a:prstGeom prst="flowChartConnector">
            <a:avLst/>
          </a:prstGeom>
          <a:solidFill>
            <a:srgbClr val="AEAEA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06771C18-2017-FADB-C890-AB055669EECF}"/>
              </a:ext>
            </a:extLst>
          </p:cNvPr>
          <p:cNvSpPr txBox="1"/>
          <p:nvPr/>
        </p:nvSpPr>
        <p:spPr>
          <a:xfrm>
            <a:off x="11978844" y="2821650"/>
            <a:ext cx="141577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4800" dirty="0">
                <a:solidFill>
                  <a:schemeClr val="bg1"/>
                </a:solidFill>
                <a:latin typeface="Adobe 繁黑體 Std B" panose="020B0700000000000000" pitchFamily="34" charset="-120"/>
                <a:ea typeface="Adobe 繁黑體 Std B" panose="020B0700000000000000" pitchFamily="34" charset="-120"/>
              </a:rPr>
              <a:t>關閉</a:t>
            </a:r>
          </a:p>
        </p:txBody>
      </p:sp>
      <p:cxnSp>
        <p:nvCxnSpPr>
          <p:cNvPr id="13" name="直線接點 12">
            <a:extLst>
              <a:ext uri="{FF2B5EF4-FFF2-40B4-BE49-F238E27FC236}">
                <a16:creationId xmlns:a16="http://schemas.microsoft.com/office/drawing/2014/main" id="{546CB831-B03F-CFA6-348A-AE4B519DE82A}"/>
              </a:ext>
            </a:extLst>
          </p:cNvPr>
          <p:cNvCxnSpPr>
            <a:cxnSpLocks/>
          </p:cNvCxnSpPr>
          <p:nvPr/>
        </p:nvCxnSpPr>
        <p:spPr>
          <a:xfrm>
            <a:off x="8391584" y="5785175"/>
            <a:ext cx="7425957" cy="0"/>
          </a:xfrm>
          <a:prstGeom prst="line">
            <a:avLst/>
          </a:prstGeom>
          <a:ln w="149225" cap="rnd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流程圖: 接點 3">
            <a:extLst>
              <a:ext uri="{FF2B5EF4-FFF2-40B4-BE49-F238E27FC236}">
                <a16:creationId xmlns:a16="http://schemas.microsoft.com/office/drawing/2014/main" id="{1ADF2E65-EB12-8405-89C8-452DB5F4EA66}"/>
              </a:ext>
            </a:extLst>
          </p:cNvPr>
          <p:cNvSpPr/>
          <p:nvPr/>
        </p:nvSpPr>
        <p:spPr>
          <a:xfrm>
            <a:off x="1385729" y="704850"/>
            <a:ext cx="609600" cy="609600"/>
          </a:xfrm>
          <a:prstGeom prst="flowChartConnector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流程圖: 接點 4">
            <a:extLst>
              <a:ext uri="{FF2B5EF4-FFF2-40B4-BE49-F238E27FC236}">
                <a16:creationId xmlns:a16="http://schemas.microsoft.com/office/drawing/2014/main" id="{3F9ECF46-AA3F-C47C-781E-9C85DA0528B5}"/>
              </a:ext>
            </a:extLst>
          </p:cNvPr>
          <p:cNvSpPr/>
          <p:nvPr/>
        </p:nvSpPr>
        <p:spPr>
          <a:xfrm>
            <a:off x="1477943" y="797064"/>
            <a:ext cx="425172" cy="425172"/>
          </a:xfrm>
          <a:prstGeom prst="flowChartConnector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4" name="直線接點 13">
            <a:extLst>
              <a:ext uri="{FF2B5EF4-FFF2-40B4-BE49-F238E27FC236}">
                <a16:creationId xmlns:a16="http://schemas.microsoft.com/office/drawing/2014/main" id="{349D13F0-DF74-3191-CF53-5D50A42CCB84}"/>
              </a:ext>
            </a:extLst>
          </p:cNvPr>
          <p:cNvCxnSpPr>
            <a:cxnSpLocks/>
          </p:cNvCxnSpPr>
          <p:nvPr/>
        </p:nvCxnSpPr>
        <p:spPr>
          <a:xfrm>
            <a:off x="482024" y="5785175"/>
            <a:ext cx="7425957" cy="0"/>
          </a:xfrm>
          <a:prstGeom prst="line">
            <a:avLst/>
          </a:prstGeom>
          <a:ln w="149225" cap="rnd">
            <a:solidFill>
              <a:srgbClr val="AEAE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矩形 1">
            <a:extLst>
              <a:ext uri="{FF2B5EF4-FFF2-40B4-BE49-F238E27FC236}">
                <a16:creationId xmlns:a16="http://schemas.microsoft.com/office/drawing/2014/main" id="{FEC7F5F0-352F-A75F-075F-D793328CAD6F}"/>
              </a:ext>
            </a:extLst>
          </p:cNvPr>
          <p:cNvSpPr/>
          <p:nvPr/>
        </p:nvSpPr>
        <p:spPr>
          <a:xfrm>
            <a:off x="12070080" y="1767844"/>
            <a:ext cx="2933700" cy="704561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noFill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AE2EA96-BB7E-6843-DCFC-E083F3F7927D}"/>
              </a:ext>
            </a:extLst>
          </p:cNvPr>
          <p:cNvSpPr/>
          <p:nvPr/>
        </p:nvSpPr>
        <p:spPr>
          <a:xfrm>
            <a:off x="12070080" y="2849834"/>
            <a:ext cx="2933700" cy="704561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noFill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8B8EE905-7567-791E-7D50-DBB9B6C2E6A1}"/>
              </a:ext>
            </a:extLst>
          </p:cNvPr>
          <p:cNvSpPr/>
          <p:nvPr/>
        </p:nvSpPr>
        <p:spPr>
          <a:xfrm>
            <a:off x="1357529" y="676650"/>
            <a:ext cx="666000" cy="666000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noFill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F22A9922-A6FB-D52C-0C2A-00E6EC7B8BED}"/>
              </a:ext>
            </a:extLst>
          </p:cNvPr>
          <p:cNvSpPr/>
          <p:nvPr/>
        </p:nvSpPr>
        <p:spPr>
          <a:xfrm>
            <a:off x="342900" y="5452175"/>
            <a:ext cx="7696200" cy="666000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noFill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4141CB0F-2F38-C10D-1EDD-3F736F16DAD9}"/>
              </a:ext>
            </a:extLst>
          </p:cNvPr>
          <p:cNvSpPr/>
          <p:nvPr/>
        </p:nvSpPr>
        <p:spPr>
          <a:xfrm>
            <a:off x="8248842" y="5452175"/>
            <a:ext cx="7696200" cy="666000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noFill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7E0B3A27-F898-D856-AA93-8655AA0DFA32}"/>
              </a:ext>
            </a:extLst>
          </p:cNvPr>
          <p:cNvSpPr/>
          <p:nvPr/>
        </p:nvSpPr>
        <p:spPr>
          <a:xfrm>
            <a:off x="0" y="0"/>
            <a:ext cx="17279938" cy="9791700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noFill/>
            </a:endParaRPr>
          </a:p>
        </p:txBody>
      </p:sp>
    </p:spTree>
    <p:extLst>
      <p:ext uri="{BB962C8B-B14F-4D97-AF65-F5344CB8AC3E}">
        <p14:creationId xmlns:p14="http://schemas.microsoft.com/office/powerpoint/2010/main" val="31706131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ED831B6-DDF1-1A11-182D-5E7BAD0F16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矩形: 圓角 29">
            <a:extLst>
              <a:ext uri="{FF2B5EF4-FFF2-40B4-BE49-F238E27FC236}">
                <a16:creationId xmlns:a16="http://schemas.microsoft.com/office/drawing/2014/main" id="{5E1A493B-3AC3-5D2A-7979-1881E90885F5}"/>
              </a:ext>
            </a:extLst>
          </p:cNvPr>
          <p:cNvSpPr/>
          <p:nvPr/>
        </p:nvSpPr>
        <p:spPr>
          <a:xfrm>
            <a:off x="2468879" y="0"/>
            <a:ext cx="9280049" cy="1440180"/>
          </a:xfrm>
          <a:prstGeom prst="roundRect">
            <a:avLst>
              <a:gd name="adj" fmla="val 25662"/>
            </a:avLst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F82B7D09-061D-E729-5220-A08A1B9315E1}"/>
              </a:ext>
            </a:extLst>
          </p:cNvPr>
          <p:cNvSpPr/>
          <p:nvPr/>
        </p:nvSpPr>
        <p:spPr>
          <a:xfrm>
            <a:off x="8639969" y="0"/>
            <a:ext cx="3108960" cy="1440180"/>
          </a:xfrm>
          <a:prstGeom prst="roundRect">
            <a:avLst>
              <a:gd name="adj" fmla="val 25662"/>
            </a:avLst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EB2AE8BD-E8A9-94DB-1352-593A230B5F9F}"/>
              </a:ext>
            </a:extLst>
          </p:cNvPr>
          <p:cNvSpPr txBox="1"/>
          <p:nvPr/>
        </p:nvSpPr>
        <p:spPr>
          <a:xfrm>
            <a:off x="243840" y="29170"/>
            <a:ext cx="1981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5400" dirty="0">
                <a:solidFill>
                  <a:schemeClr val="bg1"/>
                </a:solidFill>
                <a:latin typeface="Magneto" panose="04030805050802020D02" pitchFamily="82" charset="0"/>
              </a:rPr>
              <a:t>PBK</a:t>
            </a:r>
            <a:endParaRPr lang="zh-TW" altLang="en-US" sz="5400" dirty="0">
              <a:solidFill>
                <a:schemeClr val="bg1"/>
              </a:solidFill>
              <a:latin typeface="Magneto" panose="04030805050802020D02" pitchFamily="82" charset="0"/>
            </a:endParaRPr>
          </a:p>
        </p:txBody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07F4754B-2E73-722A-7C8B-461DA75C6F25}"/>
              </a:ext>
            </a:extLst>
          </p:cNvPr>
          <p:cNvSpPr/>
          <p:nvPr/>
        </p:nvSpPr>
        <p:spPr>
          <a:xfrm>
            <a:off x="0" y="845820"/>
            <a:ext cx="17279938" cy="8945880"/>
          </a:xfrm>
          <a:prstGeom prst="roundRect">
            <a:avLst>
              <a:gd name="adj" fmla="val 0"/>
            </a:avLst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4" name="矩形: 圓角 33">
            <a:extLst>
              <a:ext uri="{FF2B5EF4-FFF2-40B4-BE49-F238E27FC236}">
                <a16:creationId xmlns:a16="http://schemas.microsoft.com/office/drawing/2014/main" id="{7C1AB8B9-CF15-7086-4E4D-1D3B710D1B81}"/>
              </a:ext>
            </a:extLst>
          </p:cNvPr>
          <p:cNvSpPr/>
          <p:nvPr/>
        </p:nvSpPr>
        <p:spPr>
          <a:xfrm>
            <a:off x="162719" y="4033112"/>
            <a:ext cx="16954500" cy="2333387"/>
          </a:xfrm>
          <a:prstGeom prst="roundRect">
            <a:avLst>
              <a:gd name="adj" fmla="val 19713"/>
            </a:avLst>
          </a:prstGeom>
          <a:solidFill>
            <a:schemeClr val="tx1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n w="28575">
                <a:solidFill>
                  <a:schemeClr val="bg1"/>
                </a:solidFill>
              </a:ln>
            </a:endParaRPr>
          </a:p>
        </p:txBody>
      </p:sp>
      <p:sp>
        <p:nvSpPr>
          <p:cNvPr id="35" name="矩形: 圓角 34">
            <a:extLst>
              <a:ext uri="{FF2B5EF4-FFF2-40B4-BE49-F238E27FC236}">
                <a16:creationId xmlns:a16="http://schemas.microsoft.com/office/drawing/2014/main" id="{2A612607-224B-90E8-708A-918BEEE86E85}"/>
              </a:ext>
            </a:extLst>
          </p:cNvPr>
          <p:cNvSpPr/>
          <p:nvPr/>
        </p:nvSpPr>
        <p:spPr>
          <a:xfrm>
            <a:off x="162719" y="6772634"/>
            <a:ext cx="16954500" cy="1153644"/>
          </a:xfrm>
          <a:prstGeom prst="roundRect">
            <a:avLst>
              <a:gd name="adj" fmla="val 39506"/>
            </a:avLst>
          </a:prstGeom>
          <a:solidFill>
            <a:schemeClr val="tx1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n w="28575">
                <a:solidFill>
                  <a:schemeClr val="bg1"/>
                </a:solidFill>
              </a:ln>
            </a:endParaRP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D283580C-71C0-DC0C-7200-8E6D208E8BA8}"/>
              </a:ext>
            </a:extLst>
          </p:cNvPr>
          <p:cNvSpPr txBox="1"/>
          <p:nvPr/>
        </p:nvSpPr>
        <p:spPr>
          <a:xfrm>
            <a:off x="3315474" y="75336"/>
            <a:ext cx="141577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4800" dirty="0">
                <a:solidFill>
                  <a:schemeClr val="bg1"/>
                </a:solidFill>
                <a:latin typeface="Adobe 繁黑體 Std B" panose="020B0700000000000000" pitchFamily="34" charset="-120"/>
                <a:ea typeface="Adobe 繁黑體 Std B" panose="020B0700000000000000" pitchFamily="34" charset="-120"/>
              </a:rPr>
              <a:t>首頁</a:t>
            </a: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59C7A847-0A3C-B224-1BCC-7021F0AB5ED2}"/>
              </a:ext>
            </a:extLst>
          </p:cNvPr>
          <p:cNvSpPr txBox="1"/>
          <p:nvPr/>
        </p:nvSpPr>
        <p:spPr>
          <a:xfrm>
            <a:off x="6424434" y="75336"/>
            <a:ext cx="141577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4800" dirty="0">
                <a:solidFill>
                  <a:schemeClr val="bg1"/>
                </a:solidFill>
                <a:latin typeface="Adobe 繁黑體 Std B" panose="020B0700000000000000" pitchFamily="34" charset="-120"/>
                <a:ea typeface="Adobe 繁黑體 Std B" panose="020B0700000000000000" pitchFamily="34" charset="-120"/>
              </a:rPr>
              <a:t>狀態</a:t>
            </a:r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5265B510-1102-C085-A3DC-A5D27D5EF329}"/>
              </a:ext>
            </a:extLst>
          </p:cNvPr>
          <p:cNvSpPr txBox="1"/>
          <p:nvPr/>
        </p:nvSpPr>
        <p:spPr>
          <a:xfrm>
            <a:off x="9533394" y="75336"/>
            <a:ext cx="141577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4800" dirty="0">
                <a:solidFill>
                  <a:schemeClr val="bg1"/>
                </a:solidFill>
                <a:latin typeface="Adobe 繁黑體 Std B" panose="020B0700000000000000" pitchFamily="34" charset="-120"/>
                <a:ea typeface="Adobe 繁黑體 Std B" panose="020B0700000000000000" pitchFamily="34" charset="-120"/>
              </a:rPr>
              <a:t>設定</a:t>
            </a:r>
          </a:p>
        </p:txBody>
      </p:sp>
      <p:cxnSp>
        <p:nvCxnSpPr>
          <p:cNvPr id="2" name="直線接點 1">
            <a:extLst>
              <a:ext uri="{FF2B5EF4-FFF2-40B4-BE49-F238E27FC236}">
                <a16:creationId xmlns:a16="http://schemas.microsoft.com/office/drawing/2014/main" id="{C6C7AB91-11FF-0B71-1031-78C06308423E}"/>
              </a:ext>
            </a:extLst>
          </p:cNvPr>
          <p:cNvCxnSpPr>
            <a:cxnSpLocks/>
          </p:cNvCxnSpPr>
          <p:nvPr/>
        </p:nvCxnSpPr>
        <p:spPr>
          <a:xfrm>
            <a:off x="5577840" y="58052"/>
            <a:ext cx="0" cy="749783"/>
          </a:xfrm>
          <a:prstGeom prst="line">
            <a:avLst/>
          </a:prstGeom>
          <a:ln w="5715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矩形: 圓角 3">
            <a:extLst>
              <a:ext uri="{FF2B5EF4-FFF2-40B4-BE49-F238E27FC236}">
                <a16:creationId xmlns:a16="http://schemas.microsoft.com/office/drawing/2014/main" id="{101F2129-0F9A-9C17-F820-965EB4813A9E}"/>
              </a:ext>
            </a:extLst>
          </p:cNvPr>
          <p:cNvSpPr/>
          <p:nvPr/>
        </p:nvSpPr>
        <p:spPr>
          <a:xfrm>
            <a:off x="162719" y="1293590"/>
            <a:ext cx="16954500" cy="2333387"/>
          </a:xfrm>
          <a:prstGeom prst="roundRect">
            <a:avLst>
              <a:gd name="adj" fmla="val 19713"/>
            </a:avLst>
          </a:prstGeom>
          <a:solidFill>
            <a:schemeClr val="tx1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n w="28575">
                <a:solidFill>
                  <a:schemeClr val="bg1"/>
                </a:solidFill>
              </a:ln>
            </a:endParaRPr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C3867053-6594-9967-90E7-03D80FC526FA}"/>
              </a:ext>
            </a:extLst>
          </p:cNvPr>
          <p:cNvSpPr txBox="1"/>
          <p:nvPr/>
        </p:nvSpPr>
        <p:spPr>
          <a:xfrm>
            <a:off x="7319735" y="5299406"/>
            <a:ext cx="128112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4800" dirty="0">
                <a:solidFill>
                  <a:schemeClr val="bg1"/>
                </a:solidFill>
                <a:latin typeface="Adobe 繁黑體 Std B" panose="020B0700000000000000" pitchFamily="34" charset="-120"/>
                <a:ea typeface="Adobe 繁黑體 Std B" panose="020B0700000000000000" pitchFamily="34" charset="-120"/>
              </a:rPr>
              <a:t>10 s</a:t>
            </a:r>
            <a:endParaRPr lang="zh-TW" altLang="en-US" sz="4800" dirty="0">
              <a:solidFill>
                <a:schemeClr val="bg1"/>
              </a:solidFill>
              <a:latin typeface="Adobe 繁黑體 Std B" panose="020B0700000000000000" pitchFamily="34" charset="-120"/>
              <a:ea typeface="Adobe 繁黑體 Std B" panose="020B0700000000000000" pitchFamily="34" charset="-120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E09A4AD9-0A8A-98E8-7BD4-1AE628C5254E}"/>
              </a:ext>
            </a:extLst>
          </p:cNvPr>
          <p:cNvSpPr txBox="1"/>
          <p:nvPr/>
        </p:nvSpPr>
        <p:spPr>
          <a:xfrm>
            <a:off x="1436330" y="4311863"/>
            <a:ext cx="449353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4800" dirty="0">
                <a:solidFill>
                  <a:schemeClr val="bg1"/>
                </a:solidFill>
                <a:latin typeface="Adobe 繁黑體 Std B" panose="020B0700000000000000" pitchFamily="34" charset="-120"/>
                <a:ea typeface="Adobe 繁黑體 Std B" panose="020B0700000000000000" pitchFamily="34" charset="-120"/>
              </a:rPr>
              <a:t>夾管筏自動釋放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238BA8D3-7CA2-8661-A040-E6B227B41F53}"/>
              </a:ext>
            </a:extLst>
          </p:cNvPr>
          <p:cNvSpPr txBox="1"/>
          <p:nvPr/>
        </p:nvSpPr>
        <p:spPr>
          <a:xfrm>
            <a:off x="1436330" y="5299407"/>
            <a:ext cx="387798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4800" dirty="0">
                <a:solidFill>
                  <a:schemeClr val="bg1"/>
                </a:solidFill>
                <a:latin typeface="Adobe 繁黑體 Std B" panose="020B0700000000000000" pitchFamily="34" charset="-120"/>
                <a:ea typeface="Adobe 繁黑體 Std B" panose="020B0700000000000000" pitchFamily="34" charset="-120"/>
              </a:rPr>
              <a:t>自動釋放時長</a:t>
            </a:r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E37EDC72-B4E0-F16E-75AB-5E6A196BBE53}"/>
              </a:ext>
            </a:extLst>
          </p:cNvPr>
          <p:cNvSpPr txBox="1"/>
          <p:nvPr/>
        </p:nvSpPr>
        <p:spPr>
          <a:xfrm>
            <a:off x="1436330" y="6949237"/>
            <a:ext cx="510909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4800" dirty="0">
                <a:solidFill>
                  <a:schemeClr val="bg1"/>
                </a:solidFill>
                <a:latin typeface="Adobe 繁黑體 Std B" panose="020B0700000000000000" pitchFamily="34" charset="-120"/>
                <a:ea typeface="Adobe 繁黑體 Std B" panose="020B0700000000000000" pitchFamily="34" charset="-120"/>
              </a:rPr>
              <a:t>氣泵過熱保護溫度</a:t>
            </a:r>
          </a:p>
        </p:txBody>
      </p: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555A7B3D-059A-A627-9B73-1F16A3F0647A}"/>
              </a:ext>
            </a:extLst>
          </p:cNvPr>
          <p:cNvSpPr txBox="1"/>
          <p:nvPr/>
        </p:nvSpPr>
        <p:spPr>
          <a:xfrm>
            <a:off x="12241258" y="55563"/>
            <a:ext cx="264687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4800" dirty="0">
                <a:solidFill>
                  <a:schemeClr val="accent6">
                    <a:lumMod val="20000"/>
                    <a:lumOff val="80000"/>
                  </a:schemeClr>
                </a:solidFill>
                <a:latin typeface="Adobe 繁黑體 Std B" panose="020B0700000000000000" pitchFamily="34" charset="-120"/>
                <a:ea typeface="Adobe 繁黑體 Std B" panose="020B0700000000000000" pitchFamily="34" charset="-120"/>
              </a:rPr>
              <a:t>一切正常</a:t>
            </a:r>
          </a:p>
        </p:txBody>
      </p: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CD2A36F9-E454-1616-0CE3-66E3A998CE60}"/>
              </a:ext>
            </a:extLst>
          </p:cNvPr>
          <p:cNvSpPr txBox="1"/>
          <p:nvPr/>
        </p:nvSpPr>
        <p:spPr>
          <a:xfrm>
            <a:off x="14232829" y="8419567"/>
            <a:ext cx="320173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4800" dirty="0">
                <a:solidFill>
                  <a:schemeClr val="bg1"/>
                </a:solidFill>
                <a:latin typeface="Adobe 繁黑體 Std B" panose="020B0700000000000000" pitchFamily="34" charset="-120"/>
                <a:ea typeface="Adobe 繁黑體 Std B" panose="020B0700000000000000" pitchFamily="34" charset="-120"/>
              </a:rPr>
              <a:t>下一頁 </a:t>
            </a:r>
            <a:r>
              <a:rPr lang="en-US" altLang="zh-TW" sz="4800" dirty="0">
                <a:solidFill>
                  <a:schemeClr val="bg1"/>
                </a:solidFill>
                <a:latin typeface="Adobe 繁黑體 Std B" panose="020B0700000000000000" pitchFamily="34" charset="-120"/>
                <a:ea typeface="Adobe 繁黑體 Std B" panose="020B0700000000000000" pitchFamily="34" charset="-120"/>
              </a:rPr>
              <a:t>&gt;</a:t>
            </a:r>
            <a:endParaRPr lang="zh-TW" altLang="en-US" sz="4800" dirty="0">
              <a:solidFill>
                <a:schemeClr val="bg1"/>
              </a:solidFill>
              <a:latin typeface="Adobe 繁黑體 Std B" panose="020B0700000000000000" pitchFamily="34" charset="-120"/>
              <a:ea typeface="Adobe 繁黑體 Std B" panose="020B0700000000000000" pitchFamily="34" charset="-120"/>
            </a:endParaRPr>
          </a:p>
        </p:txBody>
      </p:sp>
      <p:sp>
        <p:nvSpPr>
          <p:cNvPr id="26" name="文字方塊 25">
            <a:extLst>
              <a:ext uri="{FF2B5EF4-FFF2-40B4-BE49-F238E27FC236}">
                <a16:creationId xmlns:a16="http://schemas.microsoft.com/office/drawing/2014/main" id="{E2357EF1-B65B-0242-C8DC-FAFB9F32E402}"/>
              </a:ext>
            </a:extLst>
          </p:cNvPr>
          <p:cNvSpPr txBox="1"/>
          <p:nvPr/>
        </p:nvSpPr>
        <p:spPr>
          <a:xfrm>
            <a:off x="447970" y="8419566"/>
            <a:ext cx="320173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800" dirty="0">
                <a:solidFill>
                  <a:schemeClr val="bg1"/>
                </a:solidFill>
                <a:latin typeface="Adobe 繁黑體 Std B" panose="020B0700000000000000" pitchFamily="34" charset="-120"/>
                <a:ea typeface="Adobe 繁黑體 Std B" panose="020B0700000000000000" pitchFamily="34" charset="-120"/>
              </a:rPr>
              <a:t>&lt;</a:t>
            </a:r>
            <a:r>
              <a:rPr lang="zh-TW" altLang="en-US" sz="4800" dirty="0">
                <a:solidFill>
                  <a:schemeClr val="bg1"/>
                </a:solidFill>
                <a:latin typeface="Adobe 繁黑體 Std B" panose="020B0700000000000000" pitchFamily="34" charset="-120"/>
                <a:ea typeface="Adobe 繁黑體 Std B" panose="020B0700000000000000" pitchFamily="34" charset="-120"/>
              </a:rPr>
              <a:t> 上一頁</a:t>
            </a: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EC55EF48-D5A3-A394-A6D4-295B7F78646C}"/>
              </a:ext>
            </a:extLst>
          </p:cNvPr>
          <p:cNvSpPr txBox="1"/>
          <p:nvPr/>
        </p:nvSpPr>
        <p:spPr>
          <a:xfrm>
            <a:off x="7618194" y="8419566"/>
            <a:ext cx="204355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4800" dirty="0">
                <a:solidFill>
                  <a:schemeClr val="bg1"/>
                </a:solidFill>
                <a:latin typeface="Adobe 繁黑體 Std B" panose="020B0700000000000000" pitchFamily="34" charset="-120"/>
                <a:ea typeface="Adobe 繁黑體 Std B" panose="020B0700000000000000" pitchFamily="34" charset="-120"/>
              </a:rPr>
              <a:t>第 </a:t>
            </a:r>
            <a:r>
              <a:rPr lang="en-US" altLang="zh-TW" sz="4800" dirty="0">
                <a:solidFill>
                  <a:schemeClr val="bg1"/>
                </a:solidFill>
                <a:latin typeface="Adobe 繁黑體 Std B" panose="020B0700000000000000" pitchFamily="34" charset="-120"/>
                <a:ea typeface="Adobe 繁黑體 Std B" panose="020B0700000000000000" pitchFamily="34" charset="-120"/>
              </a:rPr>
              <a:t>2 </a:t>
            </a:r>
            <a:r>
              <a:rPr lang="zh-TW" altLang="en-US" sz="4800" dirty="0">
                <a:solidFill>
                  <a:schemeClr val="bg1"/>
                </a:solidFill>
                <a:latin typeface="Adobe 繁黑體 Std B" panose="020B0700000000000000" pitchFamily="34" charset="-120"/>
                <a:ea typeface="Adobe 繁黑體 Std B" panose="020B0700000000000000" pitchFamily="34" charset="-120"/>
              </a:rPr>
              <a:t>頁</a:t>
            </a:r>
          </a:p>
        </p:txBody>
      </p:sp>
      <p:pic>
        <p:nvPicPr>
          <p:cNvPr id="22" name="圖片 21" descr="一張含有 符號, 螢幕擷取畫面, 設計 的圖片&#10;&#10;AI 產生的內容可能不正確。">
            <a:extLst>
              <a:ext uri="{FF2B5EF4-FFF2-40B4-BE49-F238E27FC236}">
                <a16:creationId xmlns:a16="http://schemas.microsoft.com/office/drawing/2014/main" id="{468B32A6-9496-A3C5-866F-400DF69FF88F}"/>
              </a:ext>
            </a:extLst>
          </p:cNvPr>
          <p:cNvPicPr>
            <a:picLocks noChangeAspect="1"/>
          </p:cNvPicPr>
          <p:nvPr/>
        </p:nvPicPr>
        <p:blipFill>
          <a:blip r:embed="rId2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897" y="4159102"/>
            <a:ext cx="1092915" cy="1092915"/>
          </a:xfrm>
          <a:prstGeom prst="rect">
            <a:avLst/>
          </a:prstGeom>
        </p:spPr>
      </p:pic>
      <p:pic>
        <p:nvPicPr>
          <p:cNvPr id="28" name="圖片 27" descr="一張含有 符號, 圖形, 美工圖案, 設計 的圖片&#10;&#10;AI 產生的內容可能不正確。">
            <a:extLst>
              <a:ext uri="{FF2B5EF4-FFF2-40B4-BE49-F238E27FC236}">
                <a16:creationId xmlns:a16="http://schemas.microsoft.com/office/drawing/2014/main" id="{60429D41-504D-729E-6E56-0CEC789B115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2372" y="7017462"/>
            <a:ext cx="629208" cy="629208"/>
          </a:xfrm>
          <a:prstGeom prst="rect">
            <a:avLst/>
          </a:prstGeom>
        </p:spPr>
      </p:pic>
      <p:sp>
        <p:nvSpPr>
          <p:cNvPr id="29" name="文字方塊 28">
            <a:extLst>
              <a:ext uri="{FF2B5EF4-FFF2-40B4-BE49-F238E27FC236}">
                <a16:creationId xmlns:a16="http://schemas.microsoft.com/office/drawing/2014/main" id="{036D9CF4-5684-3553-67B0-9AC022670670}"/>
              </a:ext>
            </a:extLst>
          </p:cNvPr>
          <p:cNvSpPr txBox="1"/>
          <p:nvPr/>
        </p:nvSpPr>
        <p:spPr>
          <a:xfrm>
            <a:off x="7105382" y="6941414"/>
            <a:ext cx="87716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4800" dirty="0">
                <a:solidFill>
                  <a:schemeClr val="bg1"/>
                </a:solidFill>
                <a:latin typeface="Adobe 繁黑體 Std B" panose="020B0700000000000000" pitchFamily="34" charset="-120"/>
                <a:ea typeface="Adobe 繁黑體 Std B" panose="020B0700000000000000" pitchFamily="34" charset="-120"/>
              </a:rPr>
              <a:t>42</a:t>
            </a:r>
            <a:endParaRPr lang="zh-TW" altLang="en-US" sz="4800" dirty="0">
              <a:solidFill>
                <a:schemeClr val="bg1"/>
              </a:solidFill>
              <a:latin typeface="Adobe 繁黑體 Std B" panose="020B0700000000000000" pitchFamily="34" charset="-120"/>
              <a:ea typeface="Adobe 繁黑體 Std B" panose="020B0700000000000000" pitchFamily="34" charset="-120"/>
            </a:endParaRPr>
          </a:p>
        </p:txBody>
      </p:sp>
      <p:sp>
        <p:nvSpPr>
          <p:cNvPr id="31" name="文字方塊 30">
            <a:extLst>
              <a:ext uri="{FF2B5EF4-FFF2-40B4-BE49-F238E27FC236}">
                <a16:creationId xmlns:a16="http://schemas.microsoft.com/office/drawing/2014/main" id="{D2B00449-B97B-2D10-CD15-8B5AF9C8501D}"/>
              </a:ext>
            </a:extLst>
          </p:cNvPr>
          <p:cNvSpPr txBox="1"/>
          <p:nvPr/>
        </p:nvSpPr>
        <p:spPr>
          <a:xfrm>
            <a:off x="7887543" y="6956096"/>
            <a:ext cx="87716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4800" dirty="0">
                <a:solidFill>
                  <a:schemeClr val="bg1"/>
                </a:solidFill>
                <a:latin typeface="Adobe 繁黑體 Std B" panose="020B0700000000000000" pitchFamily="34" charset="-120"/>
                <a:ea typeface="Adobe 繁黑體 Std B" panose="020B0700000000000000" pitchFamily="34" charset="-120"/>
              </a:rPr>
              <a:t>℃</a:t>
            </a:r>
            <a:endParaRPr lang="zh-TW" altLang="en-US" sz="4800" dirty="0"/>
          </a:p>
        </p:txBody>
      </p:sp>
      <p:cxnSp>
        <p:nvCxnSpPr>
          <p:cNvPr id="9" name="直線接點 8">
            <a:extLst>
              <a:ext uri="{FF2B5EF4-FFF2-40B4-BE49-F238E27FC236}">
                <a16:creationId xmlns:a16="http://schemas.microsoft.com/office/drawing/2014/main" id="{B11FAF15-0EE0-97D3-1809-3D1D31516B20}"/>
              </a:ext>
            </a:extLst>
          </p:cNvPr>
          <p:cNvCxnSpPr>
            <a:cxnSpLocks/>
          </p:cNvCxnSpPr>
          <p:nvPr/>
        </p:nvCxnSpPr>
        <p:spPr>
          <a:xfrm>
            <a:off x="8955464" y="5635578"/>
            <a:ext cx="7425957" cy="0"/>
          </a:xfrm>
          <a:prstGeom prst="line">
            <a:avLst/>
          </a:prstGeom>
          <a:ln w="149225" cap="rnd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直線接點 10">
            <a:extLst>
              <a:ext uri="{FF2B5EF4-FFF2-40B4-BE49-F238E27FC236}">
                <a16:creationId xmlns:a16="http://schemas.microsoft.com/office/drawing/2014/main" id="{A7AD470F-F89C-8BF4-8ACE-536E1C8DC9DD}"/>
              </a:ext>
            </a:extLst>
          </p:cNvPr>
          <p:cNvCxnSpPr>
            <a:cxnSpLocks/>
          </p:cNvCxnSpPr>
          <p:nvPr/>
        </p:nvCxnSpPr>
        <p:spPr>
          <a:xfrm>
            <a:off x="8955464" y="7334446"/>
            <a:ext cx="7425957" cy="0"/>
          </a:xfrm>
          <a:prstGeom prst="line">
            <a:avLst/>
          </a:prstGeom>
          <a:ln w="149225" cap="rnd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直線接點 11">
            <a:extLst>
              <a:ext uri="{FF2B5EF4-FFF2-40B4-BE49-F238E27FC236}">
                <a16:creationId xmlns:a16="http://schemas.microsoft.com/office/drawing/2014/main" id="{4261F9FB-34FE-1737-48AD-2C8EE6578BF7}"/>
              </a:ext>
            </a:extLst>
          </p:cNvPr>
          <p:cNvCxnSpPr>
            <a:cxnSpLocks/>
          </p:cNvCxnSpPr>
          <p:nvPr/>
        </p:nvCxnSpPr>
        <p:spPr>
          <a:xfrm>
            <a:off x="15452599" y="4692328"/>
            <a:ext cx="729941" cy="0"/>
          </a:xfrm>
          <a:prstGeom prst="line">
            <a:avLst/>
          </a:prstGeom>
          <a:ln w="635000" cap="rnd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直線接點 13">
            <a:extLst>
              <a:ext uri="{FF2B5EF4-FFF2-40B4-BE49-F238E27FC236}">
                <a16:creationId xmlns:a16="http://schemas.microsoft.com/office/drawing/2014/main" id="{177709DB-1BC7-7B3E-FDA7-328F3D6B6BB2}"/>
              </a:ext>
            </a:extLst>
          </p:cNvPr>
          <p:cNvCxnSpPr>
            <a:cxnSpLocks/>
          </p:cNvCxnSpPr>
          <p:nvPr/>
        </p:nvCxnSpPr>
        <p:spPr>
          <a:xfrm>
            <a:off x="15452599" y="4692328"/>
            <a:ext cx="729941" cy="0"/>
          </a:xfrm>
          <a:prstGeom prst="line">
            <a:avLst/>
          </a:prstGeom>
          <a:ln w="533400" cap="rnd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流程圖: 接點 15">
            <a:extLst>
              <a:ext uri="{FF2B5EF4-FFF2-40B4-BE49-F238E27FC236}">
                <a16:creationId xmlns:a16="http://schemas.microsoft.com/office/drawing/2014/main" id="{AA573E39-2D0F-3F01-9AC5-2A758534BF71}"/>
              </a:ext>
            </a:extLst>
          </p:cNvPr>
          <p:cNvSpPr/>
          <p:nvPr/>
        </p:nvSpPr>
        <p:spPr>
          <a:xfrm>
            <a:off x="15254599" y="4494328"/>
            <a:ext cx="396000" cy="396000"/>
          </a:xfrm>
          <a:prstGeom prst="flowChartConnector">
            <a:avLst/>
          </a:prstGeom>
          <a:solidFill>
            <a:srgbClr val="AEAEA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CB174CC5-D17B-B8B4-F1A0-966D455AA828}"/>
              </a:ext>
            </a:extLst>
          </p:cNvPr>
          <p:cNvSpPr txBox="1"/>
          <p:nvPr/>
        </p:nvSpPr>
        <p:spPr>
          <a:xfrm>
            <a:off x="13524943" y="4311863"/>
            <a:ext cx="141577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4800" dirty="0">
                <a:solidFill>
                  <a:schemeClr val="bg1"/>
                </a:solidFill>
                <a:latin typeface="Adobe 繁黑體 Std B" panose="020B0700000000000000" pitchFamily="34" charset="-120"/>
                <a:ea typeface="Adobe 繁黑體 Std B" panose="020B0700000000000000" pitchFamily="34" charset="-120"/>
              </a:rPr>
              <a:t>關閉</a:t>
            </a:r>
          </a:p>
        </p:txBody>
      </p:sp>
      <p:sp>
        <p:nvSpPr>
          <p:cNvPr id="24" name="流程圖: 接點 23">
            <a:extLst>
              <a:ext uri="{FF2B5EF4-FFF2-40B4-BE49-F238E27FC236}">
                <a16:creationId xmlns:a16="http://schemas.microsoft.com/office/drawing/2014/main" id="{9F3EE3CD-89D8-4252-543D-4E03DBCBC09F}"/>
              </a:ext>
            </a:extLst>
          </p:cNvPr>
          <p:cNvSpPr/>
          <p:nvPr/>
        </p:nvSpPr>
        <p:spPr>
          <a:xfrm>
            <a:off x="13432729" y="5323060"/>
            <a:ext cx="609600" cy="609600"/>
          </a:xfrm>
          <a:prstGeom prst="flowChartConnector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7" name="流程圖: 接點 26">
            <a:extLst>
              <a:ext uri="{FF2B5EF4-FFF2-40B4-BE49-F238E27FC236}">
                <a16:creationId xmlns:a16="http://schemas.microsoft.com/office/drawing/2014/main" id="{48F66B7F-0143-E39C-C31D-3EB0C6FC1125}"/>
              </a:ext>
            </a:extLst>
          </p:cNvPr>
          <p:cNvSpPr/>
          <p:nvPr/>
        </p:nvSpPr>
        <p:spPr>
          <a:xfrm>
            <a:off x="13524943" y="5422992"/>
            <a:ext cx="425172" cy="425172"/>
          </a:xfrm>
          <a:prstGeom prst="flowChartConnector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2" name="流程圖: 接點 31">
            <a:extLst>
              <a:ext uri="{FF2B5EF4-FFF2-40B4-BE49-F238E27FC236}">
                <a16:creationId xmlns:a16="http://schemas.microsoft.com/office/drawing/2014/main" id="{E59FED3A-5527-4E3B-C155-980D03B4C6C8}"/>
              </a:ext>
            </a:extLst>
          </p:cNvPr>
          <p:cNvSpPr/>
          <p:nvPr/>
        </p:nvSpPr>
        <p:spPr>
          <a:xfrm>
            <a:off x="11139328" y="7046744"/>
            <a:ext cx="609600" cy="609600"/>
          </a:xfrm>
          <a:prstGeom prst="flowChartConnector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3" name="流程圖: 接點 32">
            <a:extLst>
              <a:ext uri="{FF2B5EF4-FFF2-40B4-BE49-F238E27FC236}">
                <a16:creationId xmlns:a16="http://schemas.microsoft.com/office/drawing/2014/main" id="{3A08F088-21DB-8736-0CBF-40A694E1EE65}"/>
              </a:ext>
            </a:extLst>
          </p:cNvPr>
          <p:cNvSpPr/>
          <p:nvPr/>
        </p:nvSpPr>
        <p:spPr>
          <a:xfrm>
            <a:off x="11231542" y="7146676"/>
            <a:ext cx="425172" cy="425172"/>
          </a:xfrm>
          <a:prstGeom prst="flowChartConnector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1028" name="Picture 4" descr="Knob - Free signs icons">
            <a:extLst>
              <a:ext uri="{FF2B5EF4-FFF2-40B4-BE49-F238E27FC236}">
                <a16:creationId xmlns:a16="http://schemas.microsoft.com/office/drawing/2014/main" id="{FC3009FC-D32C-605E-6C6C-ACD0ECA309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592282" y="1710068"/>
            <a:ext cx="621918" cy="6219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7" name="文字方塊 46">
            <a:extLst>
              <a:ext uri="{FF2B5EF4-FFF2-40B4-BE49-F238E27FC236}">
                <a16:creationId xmlns:a16="http://schemas.microsoft.com/office/drawing/2014/main" id="{06D9E64F-4087-9A37-47E1-EDBB221802C0}"/>
              </a:ext>
            </a:extLst>
          </p:cNvPr>
          <p:cNvSpPr txBox="1"/>
          <p:nvPr/>
        </p:nvSpPr>
        <p:spPr>
          <a:xfrm>
            <a:off x="1436330" y="1580416"/>
            <a:ext cx="397095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4800" dirty="0">
                <a:solidFill>
                  <a:schemeClr val="bg1"/>
                </a:solidFill>
                <a:latin typeface="Adobe 繁黑體 Std B" panose="020B0700000000000000" pitchFamily="34" charset="-120"/>
                <a:ea typeface="Adobe 繁黑體 Std B" panose="020B0700000000000000" pitchFamily="34" charset="-120"/>
              </a:rPr>
              <a:t>CNC </a:t>
            </a:r>
            <a:r>
              <a:rPr lang="zh-TW" altLang="en-US" sz="4800" dirty="0">
                <a:solidFill>
                  <a:schemeClr val="bg1"/>
                </a:solidFill>
                <a:latin typeface="Adobe 繁黑體 Std B" panose="020B0700000000000000" pitchFamily="34" charset="-120"/>
                <a:ea typeface="Adobe 繁黑體 Std B" panose="020B0700000000000000" pitchFamily="34" charset="-120"/>
              </a:rPr>
              <a:t>輸出綁定</a:t>
            </a:r>
          </a:p>
        </p:txBody>
      </p:sp>
      <p:sp>
        <p:nvSpPr>
          <p:cNvPr id="49" name="文字方塊 48">
            <a:extLst>
              <a:ext uri="{FF2B5EF4-FFF2-40B4-BE49-F238E27FC236}">
                <a16:creationId xmlns:a16="http://schemas.microsoft.com/office/drawing/2014/main" id="{41619AD7-4711-9F0A-E841-3393668DD3FA}"/>
              </a:ext>
            </a:extLst>
          </p:cNvPr>
          <p:cNvSpPr txBox="1"/>
          <p:nvPr/>
        </p:nvSpPr>
        <p:spPr>
          <a:xfrm>
            <a:off x="1436330" y="2540575"/>
            <a:ext cx="387798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4800" dirty="0">
                <a:solidFill>
                  <a:schemeClr val="bg1"/>
                </a:solidFill>
                <a:latin typeface="Adobe 繁黑體 Std B" panose="020B0700000000000000" pitchFamily="34" charset="-120"/>
                <a:ea typeface="Adobe 繁黑體 Std B" panose="020B0700000000000000" pitchFamily="34" charset="-120"/>
              </a:rPr>
              <a:t>手動輸出綁定</a:t>
            </a:r>
          </a:p>
        </p:txBody>
      </p:sp>
    </p:spTree>
    <p:extLst>
      <p:ext uri="{BB962C8B-B14F-4D97-AF65-F5344CB8AC3E}">
        <p14:creationId xmlns:p14="http://schemas.microsoft.com/office/powerpoint/2010/main" val="13906864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64BDD54-05C4-D385-A4A7-8320C21894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矩形: 圓角 29">
            <a:extLst>
              <a:ext uri="{FF2B5EF4-FFF2-40B4-BE49-F238E27FC236}">
                <a16:creationId xmlns:a16="http://schemas.microsoft.com/office/drawing/2014/main" id="{E992A444-53F6-E3A9-720E-82ACB6C7A703}"/>
              </a:ext>
            </a:extLst>
          </p:cNvPr>
          <p:cNvSpPr/>
          <p:nvPr/>
        </p:nvSpPr>
        <p:spPr>
          <a:xfrm>
            <a:off x="2468879" y="0"/>
            <a:ext cx="9280049" cy="1440180"/>
          </a:xfrm>
          <a:prstGeom prst="roundRect">
            <a:avLst>
              <a:gd name="adj" fmla="val 25662"/>
            </a:avLst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FF2F41DF-0337-8F5C-C96F-228F4621C4EF}"/>
              </a:ext>
            </a:extLst>
          </p:cNvPr>
          <p:cNvSpPr/>
          <p:nvPr/>
        </p:nvSpPr>
        <p:spPr>
          <a:xfrm>
            <a:off x="8639969" y="0"/>
            <a:ext cx="3108960" cy="1440180"/>
          </a:xfrm>
          <a:prstGeom prst="roundRect">
            <a:avLst>
              <a:gd name="adj" fmla="val 25662"/>
            </a:avLst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7309156C-6781-84B3-B1C6-658132E51AB9}"/>
              </a:ext>
            </a:extLst>
          </p:cNvPr>
          <p:cNvSpPr txBox="1"/>
          <p:nvPr/>
        </p:nvSpPr>
        <p:spPr>
          <a:xfrm>
            <a:off x="243840" y="29170"/>
            <a:ext cx="1981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5400" dirty="0">
                <a:solidFill>
                  <a:schemeClr val="bg1"/>
                </a:solidFill>
                <a:latin typeface="Magneto" panose="04030805050802020D02" pitchFamily="82" charset="0"/>
              </a:rPr>
              <a:t>PBK</a:t>
            </a:r>
            <a:endParaRPr lang="zh-TW" altLang="en-US" sz="5400" dirty="0">
              <a:solidFill>
                <a:schemeClr val="bg1"/>
              </a:solidFill>
              <a:latin typeface="Magneto" panose="04030805050802020D02" pitchFamily="82" charset="0"/>
            </a:endParaRPr>
          </a:p>
        </p:txBody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65826A1B-F45D-8C63-CF66-F40D04B1870D}"/>
              </a:ext>
            </a:extLst>
          </p:cNvPr>
          <p:cNvSpPr/>
          <p:nvPr/>
        </p:nvSpPr>
        <p:spPr>
          <a:xfrm>
            <a:off x="0" y="845820"/>
            <a:ext cx="17279938" cy="8945880"/>
          </a:xfrm>
          <a:prstGeom prst="roundRect">
            <a:avLst>
              <a:gd name="adj" fmla="val 0"/>
            </a:avLst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F277564C-F988-C8F7-76BE-13753B611A92}"/>
              </a:ext>
            </a:extLst>
          </p:cNvPr>
          <p:cNvSpPr txBox="1"/>
          <p:nvPr/>
        </p:nvSpPr>
        <p:spPr>
          <a:xfrm>
            <a:off x="3315474" y="75336"/>
            <a:ext cx="141577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4800" dirty="0">
                <a:solidFill>
                  <a:schemeClr val="bg1"/>
                </a:solidFill>
                <a:latin typeface="Adobe 繁黑體 Std B" panose="020B0700000000000000" pitchFamily="34" charset="-120"/>
                <a:ea typeface="Adobe 繁黑體 Std B" panose="020B0700000000000000" pitchFamily="34" charset="-120"/>
              </a:rPr>
              <a:t>首頁</a:t>
            </a: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BD44C5AF-45E6-909B-CD9E-AB21C2550418}"/>
              </a:ext>
            </a:extLst>
          </p:cNvPr>
          <p:cNvSpPr txBox="1"/>
          <p:nvPr/>
        </p:nvSpPr>
        <p:spPr>
          <a:xfrm>
            <a:off x="6424434" y="75336"/>
            <a:ext cx="141577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4800" dirty="0">
                <a:solidFill>
                  <a:schemeClr val="bg1"/>
                </a:solidFill>
                <a:latin typeface="Adobe 繁黑體 Std B" panose="020B0700000000000000" pitchFamily="34" charset="-120"/>
                <a:ea typeface="Adobe 繁黑體 Std B" panose="020B0700000000000000" pitchFamily="34" charset="-120"/>
              </a:rPr>
              <a:t>狀態</a:t>
            </a:r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E328536A-84A1-1F3F-3A88-9B4AECFAC8A5}"/>
              </a:ext>
            </a:extLst>
          </p:cNvPr>
          <p:cNvSpPr txBox="1"/>
          <p:nvPr/>
        </p:nvSpPr>
        <p:spPr>
          <a:xfrm>
            <a:off x="9533394" y="75336"/>
            <a:ext cx="141577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4800" dirty="0">
                <a:solidFill>
                  <a:schemeClr val="bg1"/>
                </a:solidFill>
                <a:latin typeface="Adobe 繁黑體 Std B" panose="020B0700000000000000" pitchFamily="34" charset="-120"/>
                <a:ea typeface="Adobe 繁黑體 Std B" panose="020B0700000000000000" pitchFamily="34" charset="-120"/>
              </a:rPr>
              <a:t>設定</a:t>
            </a:r>
          </a:p>
        </p:txBody>
      </p:sp>
      <p:cxnSp>
        <p:nvCxnSpPr>
          <p:cNvPr id="2" name="直線接點 1">
            <a:extLst>
              <a:ext uri="{FF2B5EF4-FFF2-40B4-BE49-F238E27FC236}">
                <a16:creationId xmlns:a16="http://schemas.microsoft.com/office/drawing/2014/main" id="{ABE87317-9A07-80D6-BF5B-9654AFF84805}"/>
              </a:ext>
            </a:extLst>
          </p:cNvPr>
          <p:cNvCxnSpPr>
            <a:cxnSpLocks/>
          </p:cNvCxnSpPr>
          <p:nvPr/>
        </p:nvCxnSpPr>
        <p:spPr>
          <a:xfrm>
            <a:off x="5577840" y="58052"/>
            <a:ext cx="0" cy="749783"/>
          </a:xfrm>
          <a:prstGeom prst="line">
            <a:avLst/>
          </a:prstGeom>
          <a:ln w="5715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矩形: 圓角 3">
            <a:extLst>
              <a:ext uri="{FF2B5EF4-FFF2-40B4-BE49-F238E27FC236}">
                <a16:creationId xmlns:a16="http://schemas.microsoft.com/office/drawing/2014/main" id="{74A362A0-290C-6C1F-FD62-2A7ED8FD206A}"/>
              </a:ext>
            </a:extLst>
          </p:cNvPr>
          <p:cNvSpPr/>
          <p:nvPr/>
        </p:nvSpPr>
        <p:spPr>
          <a:xfrm>
            <a:off x="162719" y="1293590"/>
            <a:ext cx="16954500" cy="6303016"/>
          </a:xfrm>
          <a:prstGeom prst="roundRect">
            <a:avLst>
              <a:gd name="adj" fmla="val 8111"/>
            </a:avLst>
          </a:prstGeom>
          <a:solidFill>
            <a:schemeClr val="tx1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n w="28575">
                <a:solidFill>
                  <a:schemeClr val="bg1"/>
                </a:solidFill>
              </a:ln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4B616CDF-86B4-75DA-3B97-B1084699299D}"/>
              </a:ext>
            </a:extLst>
          </p:cNvPr>
          <p:cNvSpPr txBox="1"/>
          <p:nvPr/>
        </p:nvSpPr>
        <p:spPr>
          <a:xfrm>
            <a:off x="1436330" y="1553031"/>
            <a:ext cx="269176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4800" dirty="0">
                <a:solidFill>
                  <a:schemeClr val="bg1"/>
                </a:solidFill>
                <a:latin typeface="Adobe 繁黑體 Std B" panose="020B0700000000000000" pitchFamily="34" charset="-120"/>
                <a:ea typeface="Adobe 繁黑體 Std B" panose="020B0700000000000000" pitchFamily="34" charset="-120"/>
              </a:rPr>
              <a:t>HMI</a:t>
            </a:r>
            <a:r>
              <a:rPr lang="zh-TW" altLang="en-US" sz="4800" dirty="0">
                <a:solidFill>
                  <a:schemeClr val="bg1"/>
                </a:solidFill>
                <a:latin typeface="Adobe 繁黑體 Std B" panose="020B0700000000000000" pitchFamily="34" charset="-120"/>
                <a:ea typeface="Adobe 繁黑體 Std B" panose="020B0700000000000000" pitchFamily="34" charset="-120"/>
              </a:rPr>
              <a:t> 版本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E1ADEB8C-705E-69A0-88F7-672AD71DB1A4}"/>
              </a:ext>
            </a:extLst>
          </p:cNvPr>
          <p:cNvSpPr txBox="1"/>
          <p:nvPr/>
        </p:nvSpPr>
        <p:spPr>
          <a:xfrm>
            <a:off x="1436330" y="2540575"/>
            <a:ext cx="289213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4800" dirty="0">
                <a:solidFill>
                  <a:schemeClr val="bg1"/>
                </a:solidFill>
                <a:latin typeface="Adobe 繁黑體 Std B" panose="020B0700000000000000" pitchFamily="34" charset="-120"/>
                <a:ea typeface="Adobe 繁黑體 Std B" panose="020B0700000000000000" pitchFamily="34" charset="-120"/>
              </a:rPr>
              <a:t>MCU</a:t>
            </a:r>
            <a:r>
              <a:rPr lang="zh-TW" altLang="en-US" sz="4800" dirty="0">
                <a:solidFill>
                  <a:schemeClr val="bg1"/>
                </a:solidFill>
                <a:latin typeface="Adobe 繁黑體 Std B" panose="020B0700000000000000" pitchFamily="34" charset="-120"/>
                <a:ea typeface="Adobe 繁黑體 Std B" panose="020B0700000000000000" pitchFamily="34" charset="-120"/>
              </a:rPr>
              <a:t> 版本</a:t>
            </a:r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FF4CB015-4E42-B524-4BA6-12A829C009EF}"/>
              </a:ext>
            </a:extLst>
          </p:cNvPr>
          <p:cNvSpPr txBox="1"/>
          <p:nvPr/>
        </p:nvSpPr>
        <p:spPr>
          <a:xfrm>
            <a:off x="1436330" y="3528119"/>
            <a:ext cx="264687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4800" dirty="0">
                <a:solidFill>
                  <a:schemeClr val="bg1"/>
                </a:solidFill>
                <a:latin typeface="Adobe 繁黑體 Std B" panose="020B0700000000000000" pitchFamily="34" charset="-120"/>
                <a:ea typeface="Adobe 繁黑體 Std B" panose="020B0700000000000000" pitchFamily="34" charset="-120"/>
              </a:rPr>
              <a:t>開源資訊</a:t>
            </a:r>
          </a:p>
        </p:txBody>
      </p: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C3F64EC6-3DA8-B974-991F-DD84568EF892}"/>
              </a:ext>
            </a:extLst>
          </p:cNvPr>
          <p:cNvSpPr txBox="1"/>
          <p:nvPr/>
        </p:nvSpPr>
        <p:spPr>
          <a:xfrm>
            <a:off x="12241258" y="55563"/>
            <a:ext cx="264687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4800" dirty="0">
                <a:solidFill>
                  <a:schemeClr val="accent6">
                    <a:lumMod val="20000"/>
                    <a:lumOff val="80000"/>
                  </a:schemeClr>
                </a:solidFill>
                <a:latin typeface="Adobe 繁黑體 Std B" panose="020B0700000000000000" pitchFamily="34" charset="-120"/>
                <a:ea typeface="Adobe 繁黑體 Std B" panose="020B0700000000000000" pitchFamily="34" charset="-120"/>
              </a:rPr>
              <a:t>一切正常</a:t>
            </a:r>
          </a:p>
        </p:txBody>
      </p: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FE9FCBA4-310E-2989-40DA-5A37AB9309DD}"/>
              </a:ext>
            </a:extLst>
          </p:cNvPr>
          <p:cNvSpPr txBox="1"/>
          <p:nvPr/>
        </p:nvSpPr>
        <p:spPr>
          <a:xfrm>
            <a:off x="14232829" y="8419567"/>
            <a:ext cx="320173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4800" dirty="0">
                <a:solidFill>
                  <a:srgbClr val="7F7F7F"/>
                </a:solidFill>
                <a:latin typeface="Adobe 繁黑體 Std B" panose="020B0700000000000000" pitchFamily="34" charset="-120"/>
                <a:ea typeface="Adobe 繁黑體 Std B" panose="020B0700000000000000" pitchFamily="34" charset="-120"/>
              </a:rPr>
              <a:t>下一頁 </a:t>
            </a:r>
            <a:r>
              <a:rPr lang="en-US" altLang="zh-TW" sz="4800" dirty="0">
                <a:solidFill>
                  <a:srgbClr val="7F7F7F"/>
                </a:solidFill>
                <a:latin typeface="Adobe 繁黑體 Std B" panose="020B0700000000000000" pitchFamily="34" charset="-120"/>
                <a:ea typeface="Adobe 繁黑體 Std B" panose="020B0700000000000000" pitchFamily="34" charset="-120"/>
              </a:rPr>
              <a:t>&gt;</a:t>
            </a:r>
            <a:endParaRPr lang="zh-TW" altLang="en-US" sz="4800" dirty="0">
              <a:solidFill>
                <a:srgbClr val="7F7F7F"/>
              </a:solidFill>
              <a:latin typeface="Adobe 繁黑體 Std B" panose="020B0700000000000000" pitchFamily="34" charset="-120"/>
              <a:ea typeface="Adobe 繁黑體 Std B" panose="020B0700000000000000" pitchFamily="34" charset="-120"/>
            </a:endParaRPr>
          </a:p>
        </p:txBody>
      </p:sp>
      <p:sp>
        <p:nvSpPr>
          <p:cNvPr id="26" name="文字方塊 25">
            <a:extLst>
              <a:ext uri="{FF2B5EF4-FFF2-40B4-BE49-F238E27FC236}">
                <a16:creationId xmlns:a16="http://schemas.microsoft.com/office/drawing/2014/main" id="{FC75ACA9-6D14-587A-B07D-68DD3EFEC821}"/>
              </a:ext>
            </a:extLst>
          </p:cNvPr>
          <p:cNvSpPr txBox="1"/>
          <p:nvPr/>
        </p:nvSpPr>
        <p:spPr>
          <a:xfrm>
            <a:off x="447970" y="8419566"/>
            <a:ext cx="320173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800" dirty="0">
                <a:solidFill>
                  <a:schemeClr val="bg1"/>
                </a:solidFill>
                <a:latin typeface="Adobe 繁黑體 Std B" panose="020B0700000000000000" pitchFamily="34" charset="-120"/>
                <a:ea typeface="Adobe 繁黑體 Std B" panose="020B0700000000000000" pitchFamily="34" charset="-120"/>
              </a:rPr>
              <a:t>&lt;</a:t>
            </a:r>
            <a:r>
              <a:rPr lang="zh-TW" altLang="en-US" sz="4800" dirty="0">
                <a:solidFill>
                  <a:schemeClr val="bg1"/>
                </a:solidFill>
                <a:latin typeface="Adobe 繁黑體 Std B" panose="020B0700000000000000" pitchFamily="34" charset="-120"/>
                <a:ea typeface="Adobe 繁黑體 Std B" panose="020B0700000000000000" pitchFamily="34" charset="-120"/>
              </a:rPr>
              <a:t> 上一頁</a:t>
            </a: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13A622B8-1574-9B07-7497-D3577EDB1673}"/>
              </a:ext>
            </a:extLst>
          </p:cNvPr>
          <p:cNvSpPr txBox="1"/>
          <p:nvPr/>
        </p:nvSpPr>
        <p:spPr>
          <a:xfrm>
            <a:off x="7618194" y="8419566"/>
            <a:ext cx="204355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4800" dirty="0">
                <a:solidFill>
                  <a:schemeClr val="bg1"/>
                </a:solidFill>
                <a:latin typeface="Adobe 繁黑體 Std B" panose="020B0700000000000000" pitchFamily="34" charset="-120"/>
                <a:ea typeface="Adobe 繁黑體 Std B" panose="020B0700000000000000" pitchFamily="34" charset="-120"/>
              </a:rPr>
              <a:t>第 </a:t>
            </a:r>
            <a:r>
              <a:rPr lang="en-US" altLang="zh-TW" sz="4800" dirty="0">
                <a:solidFill>
                  <a:schemeClr val="bg1"/>
                </a:solidFill>
                <a:latin typeface="Adobe 繁黑體 Std B" panose="020B0700000000000000" pitchFamily="34" charset="-120"/>
                <a:ea typeface="Adobe 繁黑體 Std B" panose="020B0700000000000000" pitchFamily="34" charset="-120"/>
              </a:rPr>
              <a:t>3 </a:t>
            </a:r>
            <a:r>
              <a:rPr lang="zh-TW" altLang="en-US" sz="4800" dirty="0">
                <a:solidFill>
                  <a:schemeClr val="bg1"/>
                </a:solidFill>
                <a:latin typeface="Adobe 繁黑體 Std B" panose="020B0700000000000000" pitchFamily="34" charset="-120"/>
                <a:ea typeface="Adobe 繁黑體 Std B" panose="020B0700000000000000" pitchFamily="34" charset="-120"/>
              </a:rPr>
              <a:t>頁</a:t>
            </a:r>
          </a:p>
        </p:txBody>
      </p:sp>
      <p:sp>
        <p:nvSpPr>
          <p:cNvPr id="29" name="文字方塊 28">
            <a:extLst>
              <a:ext uri="{FF2B5EF4-FFF2-40B4-BE49-F238E27FC236}">
                <a16:creationId xmlns:a16="http://schemas.microsoft.com/office/drawing/2014/main" id="{2C71E37A-3F67-67DC-6EE7-06F98C0EC7AC}"/>
              </a:ext>
            </a:extLst>
          </p:cNvPr>
          <p:cNvSpPr txBox="1"/>
          <p:nvPr/>
        </p:nvSpPr>
        <p:spPr>
          <a:xfrm>
            <a:off x="10949166" y="1627534"/>
            <a:ext cx="560922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4800" dirty="0">
                <a:solidFill>
                  <a:schemeClr val="bg1"/>
                </a:solidFill>
                <a:latin typeface="Adobe 繁黑體 Std B" panose="020B0700000000000000" pitchFamily="34" charset="-120"/>
                <a:ea typeface="Adobe 繁黑體 Std B" panose="020B0700000000000000" pitchFamily="34" charset="-120"/>
              </a:rPr>
              <a:t>2026 / 01 / 28	|	 v1</a:t>
            </a:r>
            <a:endParaRPr lang="zh-TW" altLang="en-US" sz="4800" dirty="0">
              <a:solidFill>
                <a:schemeClr val="bg1"/>
              </a:solidFill>
              <a:latin typeface="Adobe 繁黑體 Std B" panose="020B0700000000000000" pitchFamily="34" charset="-120"/>
              <a:ea typeface="Adobe 繁黑體 Std B" panose="020B0700000000000000" pitchFamily="34" charset="-120"/>
            </a:endParaRPr>
          </a:p>
        </p:txBody>
      </p:sp>
      <p:pic>
        <p:nvPicPr>
          <p:cNvPr id="1026" name="Picture 2" descr="More Info Icon SVG Vector &amp; PNG Free Download | UXWing">
            <a:extLst>
              <a:ext uri="{FF2B5EF4-FFF2-40B4-BE49-F238E27FC236}">
                <a16:creationId xmlns:a16="http://schemas.microsoft.com/office/drawing/2014/main" id="{7AE86E4D-C28A-DDCD-D028-793C285528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2372" y="1627534"/>
            <a:ext cx="635606" cy="6356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圖片 22" descr="一張含有 黑色, 黑暗, space, 月亮 的圖片&#10;&#10;AI 產生的內容可能不正確。">
            <a:extLst>
              <a:ext uri="{FF2B5EF4-FFF2-40B4-BE49-F238E27FC236}">
                <a16:creationId xmlns:a16="http://schemas.microsoft.com/office/drawing/2014/main" id="{EF78E052-1BA9-22A7-1EEE-261D412B1FEA}"/>
              </a:ext>
            </a:extLst>
          </p:cNvPr>
          <p:cNvPicPr>
            <a:picLocks noChangeAspect="1"/>
          </p:cNvPicPr>
          <p:nvPr/>
        </p:nvPicPr>
        <p:blipFill>
          <a:blip r:embed="rId4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445" t="3729" b="1"/>
          <a:stretch>
            <a:fillRect/>
          </a:stretch>
        </p:blipFill>
        <p:spPr>
          <a:xfrm>
            <a:off x="13059508" y="3573839"/>
            <a:ext cx="3498886" cy="3525096"/>
          </a:xfrm>
          <a:prstGeom prst="rect">
            <a:avLst/>
          </a:prstGeom>
        </p:spPr>
      </p:pic>
      <p:sp>
        <p:nvSpPr>
          <p:cNvPr id="24" name="文字方塊 23">
            <a:extLst>
              <a:ext uri="{FF2B5EF4-FFF2-40B4-BE49-F238E27FC236}">
                <a16:creationId xmlns:a16="http://schemas.microsoft.com/office/drawing/2014/main" id="{67E6E6DF-3409-8FB0-54A8-8D557030536B}"/>
              </a:ext>
            </a:extLst>
          </p:cNvPr>
          <p:cNvSpPr txBox="1"/>
          <p:nvPr/>
        </p:nvSpPr>
        <p:spPr>
          <a:xfrm>
            <a:off x="10949166" y="2540575"/>
            <a:ext cx="560922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4800" dirty="0">
                <a:solidFill>
                  <a:schemeClr val="bg1"/>
                </a:solidFill>
                <a:latin typeface="Adobe 繁黑體 Std B" panose="020B0700000000000000" pitchFamily="34" charset="-120"/>
                <a:ea typeface="Adobe 繁黑體 Std B" panose="020B0700000000000000" pitchFamily="34" charset="-120"/>
              </a:rPr>
              <a:t>2026 / 01 / 28	|	 v1</a:t>
            </a:r>
            <a:endParaRPr lang="zh-TW" altLang="en-US" sz="4800" dirty="0">
              <a:solidFill>
                <a:schemeClr val="bg1"/>
              </a:solidFill>
              <a:latin typeface="Adobe 繁黑體 Std B" panose="020B0700000000000000" pitchFamily="34" charset="-120"/>
              <a:ea typeface="Adobe 繁黑體 Std B" panose="020B0700000000000000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5197407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AA850DC-6B64-2FC4-B5C1-EB881B14D4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矩形: 圓角 29">
            <a:extLst>
              <a:ext uri="{FF2B5EF4-FFF2-40B4-BE49-F238E27FC236}">
                <a16:creationId xmlns:a16="http://schemas.microsoft.com/office/drawing/2014/main" id="{19E342A1-7031-958E-046C-CCDD3D37BD62}"/>
              </a:ext>
            </a:extLst>
          </p:cNvPr>
          <p:cNvSpPr/>
          <p:nvPr/>
        </p:nvSpPr>
        <p:spPr>
          <a:xfrm>
            <a:off x="2468879" y="0"/>
            <a:ext cx="9280049" cy="1440180"/>
          </a:xfrm>
          <a:prstGeom prst="roundRect">
            <a:avLst>
              <a:gd name="adj" fmla="val 25662"/>
            </a:avLst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8" name="矩形: 圓角 17">
            <a:extLst>
              <a:ext uri="{FF2B5EF4-FFF2-40B4-BE49-F238E27FC236}">
                <a16:creationId xmlns:a16="http://schemas.microsoft.com/office/drawing/2014/main" id="{B8D04137-014D-3F53-D204-3215F3B5BA25}"/>
              </a:ext>
            </a:extLst>
          </p:cNvPr>
          <p:cNvSpPr/>
          <p:nvPr/>
        </p:nvSpPr>
        <p:spPr>
          <a:xfrm>
            <a:off x="-70335" y="855895"/>
            <a:ext cx="17420487" cy="5618180"/>
          </a:xfrm>
          <a:prstGeom prst="roundRect">
            <a:avLst>
              <a:gd name="adj" fmla="val 10893"/>
            </a:avLst>
          </a:prstGeom>
          <a:solidFill>
            <a:srgbClr val="215F9A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8E509824-4564-5E25-CC93-A3201EC16A8B}"/>
              </a:ext>
            </a:extLst>
          </p:cNvPr>
          <p:cNvSpPr txBox="1"/>
          <p:nvPr/>
        </p:nvSpPr>
        <p:spPr>
          <a:xfrm>
            <a:off x="243840" y="29170"/>
            <a:ext cx="1981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5400" dirty="0">
                <a:solidFill>
                  <a:schemeClr val="bg1"/>
                </a:solidFill>
                <a:latin typeface="Magneto" panose="04030805050802020D02" pitchFamily="82" charset="0"/>
              </a:rPr>
              <a:t>PBK</a:t>
            </a:r>
            <a:endParaRPr lang="zh-TW" altLang="en-US" sz="5400" dirty="0">
              <a:solidFill>
                <a:schemeClr val="bg1"/>
              </a:solidFill>
              <a:latin typeface="Magneto" panose="04030805050802020D02" pitchFamily="82" charset="0"/>
            </a:endParaRPr>
          </a:p>
        </p:txBody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8513EBC9-2C27-2B55-8B27-EE3E181EC0E7}"/>
              </a:ext>
            </a:extLst>
          </p:cNvPr>
          <p:cNvSpPr/>
          <p:nvPr/>
        </p:nvSpPr>
        <p:spPr>
          <a:xfrm>
            <a:off x="2468880" y="0"/>
            <a:ext cx="3108960" cy="1440180"/>
          </a:xfrm>
          <a:prstGeom prst="roundRect">
            <a:avLst>
              <a:gd name="adj" fmla="val 25662"/>
            </a:avLst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B67C258D-20F5-D1F4-CDBD-7D0658844FE4}"/>
              </a:ext>
            </a:extLst>
          </p:cNvPr>
          <p:cNvSpPr/>
          <p:nvPr/>
        </p:nvSpPr>
        <p:spPr>
          <a:xfrm>
            <a:off x="-1" y="913730"/>
            <a:ext cx="17975385" cy="8877969"/>
          </a:xfrm>
          <a:prstGeom prst="roundRect">
            <a:avLst>
              <a:gd name="adj" fmla="val 8896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A0037706-C3FA-79C8-EE14-1EC3DF4DD21B}"/>
              </a:ext>
            </a:extLst>
          </p:cNvPr>
          <p:cNvSpPr txBox="1"/>
          <p:nvPr/>
        </p:nvSpPr>
        <p:spPr>
          <a:xfrm>
            <a:off x="3315474" y="75336"/>
            <a:ext cx="141577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4800" dirty="0">
                <a:solidFill>
                  <a:schemeClr val="bg1"/>
                </a:solidFill>
                <a:latin typeface="Adobe 繁黑體 Std B" panose="020B0700000000000000" pitchFamily="34" charset="-120"/>
                <a:ea typeface="Adobe 繁黑體 Std B" panose="020B0700000000000000" pitchFamily="34" charset="-120"/>
              </a:rPr>
              <a:t>首頁</a:t>
            </a: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60228B4E-2EA2-EBA1-4E72-C774C2AF2F9F}"/>
              </a:ext>
            </a:extLst>
          </p:cNvPr>
          <p:cNvSpPr txBox="1"/>
          <p:nvPr/>
        </p:nvSpPr>
        <p:spPr>
          <a:xfrm>
            <a:off x="6424434" y="75336"/>
            <a:ext cx="141577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4800" dirty="0">
                <a:solidFill>
                  <a:schemeClr val="bg1"/>
                </a:solidFill>
                <a:latin typeface="Adobe 繁黑體 Std B" panose="020B0700000000000000" pitchFamily="34" charset="-120"/>
                <a:ea typeface="Adobe 繁黑體 Std B" panose="020B0700000000000000" pitchFamily="34" charset="-120"/>
              </a:rPr>
              <a:t>狀態</a:t>
            </a:r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B2091F88-5CB8-661B-3175-B2FA40FFBAC3}"/>
              </a:ext>
            </a:extLst>
          </p:cNvPr>
          <p:cNvSpPr txBox="1"/>
          <p:nvPr/>
        </p:nvSpPr>
        <p:spPr>
          <a:xfrm>
            <a:off x="9533394" y="75336"/>
            <a:ext cx="141577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4800" dirty="0">
                <a:solidFill>
                  <a:schemeClr val="bg1"/>
                </a:solidFill>
                <a:latin typeface="Adobe 繁黑體 Std B" panose="020B0700000000000000" pitchFamily="34" charset="-120"/>
                <a:ea typeface="Adobe 繁黑體 Std B" panose="020B0700000000000000" pitchFamily="34" charset="-120"/>
              </a:rPr>
              <a:t>設定</a:t>
            </a:r>
          </a:p>
        </p:txBody>
      </p:sp>
      <p:cxnSp>
        <p:nvCxnSpPr>
          <p:cNvPr id="23" name="直線接點 22">
            <a:extLst>
              <a:ext uri="{FF2B5EF4-FFF2-40B4-BE49-F238E27FC236}">
                <a16:creationId xmlns:a16="http://schemas.microsoft.com/office/drawing/2014/main" id="{37CC830D-3B87-BC05-90BA-BB4ADCBD6335}"/>
              </a:ext>
            </a:extLst>
          </p:cNvPr>
          <p:cNvCxnSpPr>
            <a:cxnSpLocks/>
          </p:cNvCxnSpPr>
          <p:nvPr/>
        </p:nvCxnSpPr>
        <p:spPr>
          <a:xfrm>
            <a:off x="8671560" y="58052"/>
            <a:ext cx="0" cy="749783"/>
          </a:xfrm>
          <a:prstGeom prst="line">
            <a:avLst/>
          </a:prstGeom>
          <a:ln w="5715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055047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E0E2331-7661-D108-B196-75C71CA3DC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矩形: 圓角 29">
            <a:extLst>
              <a:ext uri="{FF2B5EF4-FFF2-40B4-BE49-F238E27FC236}">
                <a16:creationId xmlns:a16="http://schemas.microsoft.com/office/drawing/2014/main" id="{A0BB10B7-0BF8-65EF-D49A-9B5D9311549C}"/>
              </a:ext>
            </a:extLst>
          </p:cNvPr>
          <p:cNvSpPr/>
          <p:nvPr/>
        </p:nvSpPr>
        <p:spPr>
          <a:xfrm>
            <a:off x="2468879" y="0"/>
            <a:ext cx="9280049" cy="1440180"/>
          </a:xfrm>
          <a:prstGeom prst="roundRect">
            <a:avLst>
              <a:gd name="adj" fmla="val 25662"/>
            </a:avLst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2" name="矩形: 圓角 1">
            <a:extLst>
              <a:ext uri="{FF2B5EF4-FFF2-40B4-BE49-F238E27FC236}">
                <a16:creationId xmlns:a16="http://schemas.microsoft.com/office/drawing/2014/main" id="{C74849FA-7387-B62C-78A6-E380106142D6}"/>
              </a:ext>
            </a:extLst>
          </p:cNvPr>
          <p:cNvSpPr/>
          <p:nvPr/>
        </p:nvSpPr>
        <p:spPr>
          <a:xfrm>
            <a:off x="5577840" y="0"/>
            <a:ext cx="3108960" cy="1440180"/>
          </a:xfrm>
          <a:prstGeom prst="roundRect">
            <a:avLst>
              <a:gd name="adj" fmla="val 25662"/>
            </a:avLst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2A2D6A8C-C6CA-4861-EF95-487FB4AC0875}"/>
              </a:ext>
            </a:extLst>
          </p:cNvPr>
          <p:cNvSpPr/>
          <p:nvPr/>
        </p:nvSpPr>
        <p:spPr>
          <a:xfrm>
            <a:off x="0" y="845820"/>
            <a:ext cx="17279938" cy="8945880"/>
          </a:xfrm>
          <a:prstGeom prst="roundRect">
            <a:avLst>
              <a:gd name="adj" fmla="val 0"/>
            </a:avLst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1" name="矩形: 圓角 30">
            <a:extLst>
              <a:ext uri="{FF2B5EF4-FFF2-40B4-BE49-F238E27FC236}">
                <a16:creationId xmlns:a16="http://schemas.microsoft.com/office/drawing/2014/main" id="{69802F79-B8BC-3D3C-E3B8-DB4C80A7240A}"/>
              </a:ext>
            </a:extLst>
          </p:cNvPr>
          <p:cNvSpPr/>
          <p:nvPr/>
        </p:nvSpPr>
        <p:spPr>
          <a:xfrm>
            <a:off x="7132320" y="939604"/>
            <a:ext cx="9964464" cy="1103128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n w="28575">
                <a:noFill/>
              </a:ln>
            </a:endParaRPr>
          </a:p>
        </p:txBody>
      </p:sp>
      <p:sp>
        <p:nvSpPr>
          <p:cNvPr id="28" name="矩形: 圓角 27">
            <a:extLst>
              <a:ext uri="{FF2B5EF4-FFF2-40B4-BE49-F238E27FC236}">
                <a16:creationId xmlns:a16="http://schemas.microsoft.com/office/drawing/2014/main" id="{CEC73C79-84A7-B080-E3CB-6E016EC1B952}"/>
              </a:ext>
            </a:extLst>
          </p:cNvPr>
          <p:cNvSpPr/>
          <p:nvPr/>
        </p:nvSpPr>
        <p:spPr>
          <a:xfrm>
            <a:off x="12184950" y="2198820"/>
            <a:ext cx="4972151" cy="2853166"/>
          </a:xfrm>
          <a:prstGeom prst="roundRect">
            <a:avLst>
              <a:gd name="adj" fmla="val 24184"/>
            </a:avLst>
          </a:prstGeom>
          <a:solidFill>
            <a:schemeClr val="tx1"/>
          </a:solidFill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n w="28575">
                <a:noFill/>
              </a:ln>
            </a:endParaRPr>
          </a:p>
        </p:txBody>
      </p:sp>
      <p:sp>
        <p:nvSpPr>
          <p:cNvPr id="29" name="矩形: 圓角 28">
            <a:extLst>
              <a:ext uri="{FF2B5EF4-FFF2-40B4-BE49-F238E27FC236}">
                <a16:creationId xmlns:a16="http://schemas.microsoft.com/office/drawing/2014/main" id="{1B778E7A-7EEE-316D-CA32-FEBA7FD1666D}"/>
              </a:ext>
            </a:extLst>
          </p:cNvPr>
          <p:cNvSpPr/>
          <p:nvPr/>
        </p:nvSpPr>
        <p:spPr>
          <a:xfrm>
            <a:off x="7132320" y="2198820"/>
            <a:ext cx="4817403" cy="2853165"/>
          </a:xfrm>
          <a:prstGeom prst="roundRect">
            <a:avLst>
              <a:gd name="adj" fmla="val 24184"/>
            </a:avLst>
          </a:prstGeom>
          <a:solidFill>
            <a:schemeClr val="tx1"/>
          </a:solidFill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n w="28575">
                <a:noFill/>
              </a:ln>
            </a:endParaRPr>
          </a:p>
        </p:txBody>
      </p:sp>
      <p:sp>
        <p:nvSpPr>
          <p:cNvPr id="26" name="矩形: 圓角 25">
            <a:extLst>
              <a:ext uri="{FF2B5EF4-FFF2-40B4-BE49-F238E27FC236}">
                <a16:creationId xmlns:a16="http://schemas.microsoft.com/office/drawing/2014/main" id="{B9E86365-D372-F7E4-FE86-F471E2BAD3F8}"/>
              </a:ext>
            </a:extLst>
          </p:cNvPr>
          <p:cNvSpPr/>
          <p:nvPr/>
        </p:nvSpPr>
        <p:spPr>
          <a:xfrm>
            <a:off x="12184950" y="5249712"/>
            <a:ext cx="4972151" cy="3027800"/>
          </a:xfrm>
          <a:prstGeom prst="roundRect">
            <a:avLst>
              <a:gd name="adj" fmla="val 24184"/>
            </a:avLst>
          </a:prstGeom>
          <a:solidFill>
            <a:schemeClr val="tx1"/>
          </a:solidFill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n w="28575">
                <a:noFill/>
              </a:ln>
            </a:endParaRPr>
          </a:p>
        </p:txBody>
      </p:sp>
      <p:sp>
        <p:nvSpPr>
          <p:cNvPr id="24" name="矩形: 圓角 23">
            <a:extLst>
              <a:ext uri="{FF2B5EF4-FFF2-40B4-BE49-F238E27FC236}">
                <a16:creationId xmlns:a16="http://schemas.microsoft.com/office/drawing/2014/main" id="{2C7DDEC6-4B74-D711-3813-602CD5324D8F}"/>
              </a:ext>
            </a:extLst>
          </p:cNvPr>
          <p:cNvSpPr/>
          <p:nvPr/>
        </p:nvSpPr>
        <p:spPr>
          <a:xfrm>
            <a:off x="7132320" y="5258020"/>
            <a:ext cx="4817403" cy="3012144"/>
          </a:xfrm>
          <a:prstGeom prst="roundRect">
            <a:avLst>
              <a:gd name="adj" fmla="val 24184"/>
            </a:avLst>
          </a:prstGeom>
          <a:solidFill>
            <a:schemeClr val="tx1"/>
          </a:solidFill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n w="28575">
                <a:noFill/>
              </a:ln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B5144C61-66A5-68F3-1490-631992B06D74}"/>
              </a:ext>
            </a:extLst>
          </p:cNvPr>
          <p:cNvSpPr/>
          <p:nvPr/>
        </p:nvSpPr>
        <p:spPr>
          <a:xfrm>
            <a:off x="-1" y="845820"/>
            <a:ext cx="6917870" cy="891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0" name="直線接點 9">
            <a:extLst>
              <a:ext uri="{FF2B5EF4-FFF2-40B4-BE49-F238E27FC236}">
                <a16:creationId xmlns:a16="http://schemas.microsoft.com/office/drawing/2014/main" id="{AD629B8F-CAE0-FB0A-276F-4C3ED1F92EA6}"/>
              </a:ext>
            </a:extLst>
          </p:cNvPr>
          <p:cNvCxnSpPr>
            <a:cxnSpLocks/>
          </p:cNvCxnSpPr>
          <p:nvPr/>
        </p:nvCxnSpPr>
        <p:spPr>
          <a:xfrm>
            <a:off x="0" y="2352505"/>
            <a:ext cx="6888480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C08691BD-526E-5A9F-DBB6-D78A3449AFF7}"/>
              </a:ext>
            </a:extLst>
          </p:cNvPr>
          <p:cNvSpPr txBox="1"/>
          <p:nvPr/>
        </p:nvSpPr>
        <p:spPr>
          <a:xfrm>
            <a:off x="6424434" y="75336"/>
            <a:ext cx="141577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4800" dirty="0">
                <a:solidFill>
                  <a:schemeClr val="bg1"/>
                </a:solidFill>
                <a:latin typeface="Adobe 繁黑體 Std B" panose="020B0700000000000000" pitchFamily="34" charset="-120"/>
                <a:ea typeface="Adobe 繁黑體 Std B" panose="020B0700000000000000" pitchFamily="34" charset="-120"/>
              </a:rPr>
              <a:t>狀態</a:t>
            </a:r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6B8869B0-FE49-A569-E8D2-9BF359B01C35}"/>
              </a:ext>
            </a:extLst>
          </p:cNvPr>
          <p:cNvSpPr txBox="1"/>
          <p:nvPr/>
        </p:nvSpPr>
        <p:spPr>
          <a:xfrm>
            <a:off x="9533394" y="75336"/>
            <a:ext cx="141577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4800" dirty="0">
                <a:solidFill>
                  <a:schemeClr val="bg1"/>
                </a:solidFill>
                <a:latin typeface="Adobe 繁黑體 Std B" panose="020B0700000000000000" pitchFamily="34" charset="-120"/>
                <a:ea typeface="Adobe 繁黑體 Std B" panose="020B0700000000000000" pitchFamily="34" charset="-120"/>
              </a:rPr>
              <a:t>設定</a:t>
            </a:r>
          </a:p>
        </p:txBody>
      </p:sp>
      <p:cxnSp>
        <p:nvCxnSpPr>
          <p:cNvPr id="3" name="直線接點 2">
            <a:extLst>
              <a:ext uri="{FF2B5EF4-FFF2-40B4-BE49-F238E27FC236}">
                <a16:creationId xmlns:a16="http://schemas.microsoft.com/office/drawing/2014/main" id="{3AF429F4-FF75-43B8-0EAF-A97528DF4796}"/>
              </a:ext>
            </a:extLst>
          </p:cNvPr>
          <p:cNvCxnSpPr>
            <a:cxnSpLocks/>
          </p:cNvCxnSpPr>
          <p:nvPr/>
        </p:nvCxnSpPr>
        <p:spPr>
          <a:xfrm>
            <a:off x="0" y="866190"/>
            <a:ext cx="6888480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直線接點 3">
            <a:extLst>
              <a:ext uri="{FF2B5EF4-FFF2-40B4-BE49-F238E27FC236}">
                <a16:creationId xmlns:a16="http://schemas.microsoft.com/office/drawing/2014/main" id="{16111BDC-CBA3-A572-589E-AD0D5AE80AD2}"/>
              </a:ext>
            </a:extLst>
          </p:cNvPr>
          <p:cNvCxnSpPr>
            <a:cxnSpLocks/>
          </p:cNvCxnSpPr>
          <p:nvPr/>
        </p:nvCxnSpPr>
        <p:spPr>
          <a:xfrm>
            <a:off x="0" y="3838820"/>
            <a:ext cx="6888480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直線接點 7">
            <a:extLst>
              <a:ext uri="{FF2B5EF4-FFF2-40B4-BE49-F238E27FC236}">
                <a16:creationId xmlns:a16="http://schemas.microsoft.com/office/drawing/2014/main" id="{93239479-FF00-9A7F-5D15-FBEAF3C1227B}"/>
              </a:ext>
            </a:extLst>
          </p:cNvPr>
          <p:cNvCxnSpPr>
            <a:cxnSpLocks/>
          </p:cNvCxnSpPr>
          <p:nvPr/>
        </p:nvCxnSpPr>
        <p:spPr>
          <a:xfrm>
            <a:off x="0" y="5325135"/>
            <a:ext cx="6888480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矩形: 圓角 51">
            <a:extLst>
              <a:ext uri="{FF2B5EF4-FFF2-40B4-BE49-F238E27FC236}">
                <a16:creationId xmlns:a16="http://schemas.microsoft.com/office/drawing/2014/main" id="{5A496F49-BC1E-09D8-7C9B-F02D507E6AAC}"/>
              </a:ext>
            </a:extLst>
          </p:cNvPr>
          <p:cNvSpPr/>
          <p:nvPr/>
        </p:nvSpPr>
        <p:spPr>
          <a:xfrm>
            <a:off x="7132320" y="8475029"/>
            <a:ext cx="3673397" cy="1182810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n w="28575">
                <a:solidFill>
                  <a:schemeClr val="bg1"/>
                </a:solidFill>
              </a:ln>
            </a:endParaRPr>
          </a:p>
        </p:txBody>
      </p:sp>
      <p:pic>
        <p:nvPicPr>
          <p:cNvPr id="3074" name="Picture 2" descr="Cooling fan - Free technology icons">
            <a:extLst>
              <a:ext uri="{FF2B5EF4-FFF2-40B4-BE49-F238E27FC236}">
                <a16:creationId xmlns:a16="http://schemas.microsoft.com/office/drawing/2014/main" id="{52F68E1E-1D76-99FE-B63D-4B815455DB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7574950" y="8703913"/>
            <a:ext cx="712558" cy="7125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45" name="矩形: 圓角 1044">
            <a:extLst>
              <a:ext uri="{FF2B5EF4-FFF2-40B4-BE49-F238E27FC236}">
                <a16:creationId xmlns:a16="http://schemas.microsoft.com/office/drawing/2014/main" id="{3D21743C-5037-00BF-62CD-2ABB12E2AE5B}"/>
              </a:ext>
            </a:extLst>
          </p:cNvPr>
          <p:cNvSpPr/>
          <p:nvPr/>
        </p:nvSpPr>
        <p:spPr>
          <a:xfrm>
            <a:off x="11064240" y="8475029"/>
            <a:ext cx="6032544" cy="1182810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n w="28575">
                <a:solidFill>
                  <a:schemeClr val="bg1"/>
                </a:solidFill>
              </a:ln>
            </a:endParaRPr>
          </a:p>
        </p:txBody>
      </p:sp>
      <p:sp>
        <p:nvSpPr>
          <p:cNvPr id="1047" name="文字方塊 1046">
            <a:extLst>
              <a:ext uri="{FF2B5EF4-FFF2-40B4-BE49-F238E27FC236}">
                <a16:creationId xmlns:a16="http://schemas.microsoft.com/office/drawing/2014/main" id="{3EB5A3B1-5428-1360-3709-57D300DBA8E7}"/>
              </a:ext>
            </a:extLst>
          </p:cNvPr>
          <p:cNvSpPr txBox="1"/>
          <p:nvPr/>
        </p:nvSpPr>
        <p:spPr>
          <a:xfrm>
            <a:off x="3315474" y="75336"/>
            <a:ext cx="141577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4800" dirty="0">
                <a:solidFill>
                  <a:schemeClr val="bg1"/>
                </a:solidFill>
                <a:latin typeface="Adobe 繁黑體 Std B" panose="020B0700000000000000" pitchFamily="34" charset="-120"/>
                <a:ea typeface="Adobe 繁黑體 Std B" panose="020B0700000000000000" pitchFamily="34" charset="-120"/>
              </a:rPr>
              <a:t>首頁</a:t>
            </a:r>
          </a:p>
        </p:txBody>
      </p:sp>
      <p:sp>
        <p:nvSpPr>
          <p:cNvPr id="1056" name="文字方塊 1055">
            <a:extLst>
              <a:ext uri="{FF2B5EF4-FFF2-40B4-BE49-F238E27FC236}">
                <a16:creationId xmlns:a16="http://schemas.microsoft.com/office/drawing/2014/main" id="{8FC5472C-975F-7CD1-8892-350AEA5E9508}"/>
              </a:ext>
            </a:extLst>
          </p:cNvPr>
          <p:cNvSpPr txBox="1"/>
          <p:nvPr/>
        </p:nvSpPr>
        <p:spPr>
          <a:xfrm>
            <a:off x="243840" y="29170"/>
            <a:ext cx="1981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5400" dirty="0">
                <a:solidFill>
                  <a:schemeClr val="bg1"/>
                </a:solidFill>
                <a:latin typeface="Magneto" panose="04030805050802020D02" pitchFamily="82" charset="0"/>
              </a:rPr>
              <a:t>PBK</a:t>
            </a:r>
            <a:endParaRPr lang="zh-TW" altLang="en-US" sz="5400" dirty="0">
              <a:solidFill>
                <a:schemeClr val="bg1"/>
              </a:solidFill>
              <a:latin typeface="Magneto" panose="04030805050802020D02" pitchFamily="82" charset="0"/>
            </a:endParaRP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8DAB0C50-4AAE-AAA1-81DE-7633B665E447}"/>
              </a:ext>
            </a:extLst>
          </p:cNvPr>
          <p:cNvSpPr txBox="1"/>
          <p:nvPr/>
        </p:nvSpPr>
        <p:spPr>
          <a:xfrm>
            <a:off x="7494602" y="6699875"/>
            <a:ext cx="87876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>
                <a:solidFill>
                  <a:schemeClr val="bg1"/>
                </a:solidFill>
                <a:latin typeface="Adobe 繁黑體 Std B" panose="020B0700000000000000" pitchFamily="34" charset="-120"/>
                <a:ea typeface="Adobe 繁黑體 Std B" panose="020B0700000000000000" pitchFamily="34" charset="-120"/>
              </a:rPr>
              <a:t>CNC</a:t>
            </a:r>
            <a:endParaRPr lang="zh-TW" altLang="en-US" sz="3200" dirty="0">
              <a:solidFill>
                <a:schemeClr val="bg1"/>
              </a:solidFill>
              <a:latin typeface="Adobe 繁黑體 Std B" panose="020B0700000000000000" pitchFamily="34" charset="-120"/>
              <a:ea typeface="Adobe 繁黑體 Std B" panose="020B0700000000000000" pitchFamily="34" charset="-120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26D98C17-115A-12F2-DC60-EC1592D3AF6C}"/>
              </a:ext>
            </a:extLst>
          </p:cNvPr>
          <p:cNvSpPr txBox="1"/>
          <p:nvPr/>
        </p:nvSpPr>
        <p:spPr>
          <a:xfrm>
            <a:off x="9732014" y="8662755"/>
            <a:ext cx="72808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4800" dirty="0">
                <a:solidFill>
                  <a:schemeClr val="bg1"/>
                </a:solidFill>
                <a:latin typeface="Adobe 繁黑體 Std B" panose="020B0700000000000000" pitchFamily="34" charset="-120"/>
                <a:ea typeface="Adobe 繁黑體 Std B" panose="020B0700000000000000" pitchFamily="34" charset="-120"/>
              </a:rPr>
              <a:t>%</a:t>
            </a:r>
            <a:endParaRPr lang="zh-TW" altLang="en-US" sz="4800" dirty="0">
              <a:solidFill>
                <a:schemeClr val="bg1"/>
              </a:solidFill>
              <a:latin typeface="Adobe 繁黑體 Std B" panose="020B0700000000000000" pitchFamily="34" charset="-120"/>
              <a:ea typeface="Adobe 繁黑體 Std B" panose="020B0700000000000000" pitchFamily="34" charset="-120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746E9090-B617-E6C1-DC5A-3839FB227AD8}"/>
              </a:ext>
            </a:extLst>
          </p:cNvPr>
          <p:cNvSpPr txBox="1"/>
          <p:nvPr/>
        </p:nvSpPr>
        <p:spPr>
          <a:xfrm>
            <a:off x="11410536" y="8662754"/>
            <a:ext cx="540244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4800" dirty="0">
                <a:solidFill>
                  <a:schemeClr val="bg1"/>
                </a:solidFill>
                <a:latin typeface="Adobe 繁黑體 Std B" panose="020B0700000000000000" pitchFamily="34" charset="-120"/>
                <a:ea typeface="Adobe 繁黑體 Std B" panose="020B0700000000000000" pitchFamily="34" charset="-120"/>
              </a:rPr>
              <a:t>開機時長</a:t>
            </a:r>
            <a:r>
              <a:rPr lang="en-US" altLang="zh-TW" sz="4800" dirty="0">
                <a:solidFill>
                  <a:schemeClr val="bg1"/>
                </a:solidFill>
                <a:latin typeface="Adobe 繁黑體 Std B" panose="020B0700000000000000" pitchFamily="34" charset="-120"/>
                <a:ea typeface="Adobe 繁黑體 Std B" panose="020B0700000000000000" pitchFamily="34" charset="-120"/>
              </a:rPr>
              <a:t>:</a:t>
            </a:r>
            <a:r>
              <a:rPr lang="zh-TW" altLang="en-US" sz="4800" dirty="0">
                <a:solidFill>
                  <a:schemeClr val="bg1"/>
                </a:solidFill>
                <a:latin typeface="Adobe 繁黑體 Std B" panose="020B0700000000000000" pitchFamily="34" charset="-120"/>
                <a:ea typeface="Adobe 繁黑體 Std B" panose="020B0700000000000000" pitchFamily="34" charset="-120"/>
              </a:rPr>
              <a:t>           </a:t>
            </a:r>
            <a:r>
              <a:rPr lang="en-US" altLang="zh-TW" sz="4800" dirty="0">
                <a:solidFill>
                  <a:schemeClr val="bg1"/>
                </a:solidFill>
                <a:latin typeface="Adobe 繁黑體 Std B" panose="020B0700000000000000" pitchFamily="34" charset="-120"/>
                <a:ea typeface="Adobe 繁黑體 Std B" panose="020B0700000000000000" pitchFamily="34" charset="-120"/>
              </a:rPr>
              <a:t>min</a:t>
            </a:r>
            <a:endParaRPr lang="zh-TW" altLang="en-US" sz="4800" dirty="0">
              <a:solidFill>
                <a:schemeClr val="bg1"/>
              </a:solidFill>
              <a:latin typeface="Adobe 繁黑體 Std B" panose="020B0700000000000000" pitchFamily="34" charset="-120"/>
              <a:ea typeface="Adobe 繁黑體 Std B" panose="020B0700000000000000" pitchFamily="34" charset="-120"/>
            </a:endParaRPr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1EA155C0-BF40-7BCD-4077-B94C87D20C18}"/>
              </a:ext>
            </a:extLst>
          </p:cNvPr>
          <p:cNvSpPr txBox="1"/>
          <p:nvPr/>
        </p:nvSpPr>
        <p:spPr>
          <a:xfrm>
            <a:off x="13552363" y="6409073"/>
            <a:ext cx="141577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4800" dirty="0">
                <a:solidFill>
                  <a:schemeClr val="bg1"/>
                </a:solidFill>
                <a:latin typeface="Adobe 繁黑體 Std B" panose="020B0700000000000000" pitchFamily="34" charset="-120"/>
                <a:ea typeface="Adobe 繁黑體 Std B" panose="020B0700000000000000" pitchFamily="34" charset="-120"/>
              </a:rPr>
              <a:t>綁定</a:t>
            </a:r>
          </a:p>
        </p:txBody>
      </p: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AD5CE074-81BF-8E9F-F5AD-FA3DCE302BE8}"/>
              </a:ext>
            </a:extLst>
          </p:cNvPr>
          <p:cNvSpPr txBox="1"/>
          <p:nvPr/>
        </p:nvSpPr>
        <p:spPr>
          <a:xfrm>
            <a:off x="8981602" y="6409073"/>
            <a:ext cx="141577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4800" dirty="0">
                <a:solidFill>
                  <a:schemeClr val="bg1"/>
                </a:solidFill>
                <a:latin typeface="Adobe 繁黑體 Std B" panose="020B0700000000000000" pitchFamily="34" charset="-120"/>
                <a:ea typeface="Adobe 繁黑體 Std B" panose="020B0700000000000000" pitchFamily="34" charset="-120"/>
              </a:rPr>
              <a:t>綁定</a:t>
            </a:r>
          </a:p>
        </p:txBody>
      </p:sp>
      <p:pic>
        <p:nvPicPr>
          <p:cNvPr id="17" name="圖片 16" descr="一張含有 螢幕擷取畫面, 圓形, 黑色, 設計 的圖片&#10;&#10;AI 產生的內容可能不正確。">
            <a:extLst>
              <a:ext uri="{FF2B5EF4-FFF2-40B4-BE49-F238E27FC236}">
                <a16:creationId xmlns:a16="http://schemas.microsoft.com/office/drawing/2014/main" id="{8915F136-9E27-7C4D-0A53-B667256587E0}"/>
              </a:ext>
            </a:extLst>
          </p:cNvPr>
          <p:cNvPicPr>
            <a:picLocks noChangeAspect="1"/>
          </p:cNvPicPr>
          <p:nvPr/>
        </p:nvPicPr>
        <p:blipFill>
          <a:blip r:embed="rId4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191" r="1812"/>
          <a:stretch>
            <a:fillRect/>
          </a:stretch>
        </p:blipFill>
        <p:spPr>
          <a:xfrm>
            <a:off x="15420615" y="2107263"/>
            <a:ext cx="1736486" cy="6252482"/>
          </a:xfrm>
          <a:prstGeom prst="rect">
            <a:avLst/>
          </a:prstGeom>
          <a:effectLst>
            <a:glow>
              <a:schemeClr val="bg1">
                <a:alpha val="34000"/>
              </a:schemeClr>
            </a:glow>
          </a:effectLst>
        </p:spPr>
      </p:pic>
      <p:pic>
        <p:nvPicPr>
          <p:cNvPr id="18" name="圖片 17" descr="一張含有 螢幕擷取畫面, 圓形, 黑色, 設計 的圖片&#10;&#10;AI 產生的內容可能不正確。">
            <a:extLst>
              <a:ext uri="{FF2B5EF4-FFF2-40B4-BE49-F238E27FC236}">
                <a16:creationId xmlns:a16="http://schemas.microsoft.com/office/drawing/2014/main" id="{B8E8ADD9-A7E2-11DC-D79C-0FF7C1063D45}"/>
              </a:ext>
            </a:extLst>
          </p:cNvPr>
          <p:cNvPicPr>
            <a:picLocks noChangeAspect="1"/>
          </p:cNvPicPr>
          <p:nvPr/>
        </p:nvPicPr>
        <p:blipFill>
          <a:blip r:embed="rId4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3416"/>
          <a:stretch>
            <a:fillRect/>
          </a:stretch>
        </p:blipFill>
        <p:spPr>
          <a:xfrm>
            <a:off x="6876568" y="2105083"/>
            <a:ext cx="1800192" cy="6252481"/>
          </a:xfrm>
          <a:prstGeom prst="rect">
            <a:avLst/>
          </a:prstGeom>
          <a:effectLst>
            <a:glow>
              <a:schemeClr val="bg1">
                <a:alpha val="34000"/>
              </a:schemeClr>
            </a:glow>
          </a:effectLst>
        </p:spPr>
      </p:pic>
      <p:pic>
        <p:nvPicPr>
          <p:cNvPr id="22" name="圖片 21" descr="一張含有 螢幕擷取畫面, 圓形, 黑色, 設計 的圖片&#10;&#10;AI 產生的內容可能不正確。">
            <a:extLst>
              <a:ext uri="{FF2B5EF4-FFF2-40B4-BE49-F238E27FC236}">
                <a16:creationId xmlns:a16="http://schemas.microsoft.com/office/drawing/2014/main" id="{A8F0FDC0-E6BF-7455-8ED2-4912FF17DA46}"/>
              </a:ext>
            </a:extLst>
          </p:cNvPr>
          <p:cNvPicPr>
            <a:picLocks noChangeAspect="1"/>
          </p:cNvPicPr>
          <p:nvPr/>
        </p:nvPicPr>
        <p:blipFill>
          <a:blip r:embed="rId4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743" t="3619" r="38513" b="82009"/>
          <a:stretch>
            <a:fillRect/>
          </a:stretch>
        </p:blipFill>
        <p:spPr>
          <a:xfrm>
            <a:off x="9845177" y="1036570"/>
            <a:ext cx="2468966" cy="898662"/>
          </a:xfrm>
          <a:prstGeom prst="rect">
            <a:avLst/>
          </a:prstGeom>
          <a:effectLst>
            <a:glow>
              <a:schemeClr val="bg1">
                <a:alpha val="34000"/>
              </a:schemeClr>
            </a:glow>
          </a:effectLst>
        </p:spPr>
      </p:pic>
      <p:sp>
        <p:nvSpPr>
          <p:cNvPr id="23" name="矩形: 圓角 22">
            <a:extLst>
              <a:ext uri="{FF2B5EF4-FFF2-40B4-BE49-F238E27FC236}">
                <a16:creationId xmlns:a16="http://schemas.microsoft.com/office/drawing/2014/main" id="{A400F185-58AB-CDB7-5632-C403777F8CA5}"/>
              </a:ext>
            </a:extLst>
          </p:cNvPr>
          <p:cNvSpPr/>
          <p:nvPr/>
        </p:nvSpPr>
        <p:spPr>
          <a:xfrm>
            <a:off x="11335109" y="1331241"/>
            <a:ext cx="537425" cy="321558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49" name="文字方塊 1048">
            <a:extLst>
              <a:ext uri="{FF2B5EF4-FFF2-40B4-BE49-F238E27FC236}">
                <a16:creationId xmlns:a16="http://schemas.microsoft.com/office/drawing/2014/main" id="{A486B098-7AD0-7427-FD60-9D66E291BC08}"/>
              </a:ext>
            </a:extLst>
          </p:cNvPr>
          <p:cNvSpPr txBox="1"/>
          <p:nvPr/>
        </p:nvSpPr>
        <p:spPr>
          <a:xfrm>
            <a:off x="11321063" y="1228446"/>
            <a:ext cx="5870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>
                <a:solidFill>
                  <a:schemeClr val="bg1"/>
                </a:solidFill>
                <a:latin typeface="Adobe 繁黑體 Std B" panose="020B0700000000000000" pitchFamily="34" charset="-120"/>
                <a:ea typeface="Adobe 繁黑體 Std B" panose="020B0700000000000000" pitchFamily="34" charset="-120"/>
              </a:rPr>
              <a:t>RF</a:t>
            </a:r>
            <a:endParaRPr lang="zh-TW" altLang="en-US" sz="2800" dirty="0">
              <a:solidFill>
                <a:schemeClr val="bg1"/>
              </a:solidFill>
              <a:latin typeface="Adobe 繁黑體 Std B" panose="020B0700000000000000" pitchFamily="34" charset="-120"/>
              <a:ea typeface="Adobe 繁黑體 Std B" panose="020B0700000000000000" pitchFamily="34" charset="-120"/>
            </a:endParaRP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6CCFC436-2715-3A1F-839E-4825610277AB}"/>
              </a:ext>
            </a:extLst>
          </p:cNvPr>
          <p:cNvSpPr txBox="1"/>
          <p:nvPr/>
        </p:nvSpPr>
        <p:spPr>
          <a:xfrm>
            <a:off x="14550583" y="1082577"/>
            <a:ext cx="141577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4800" dirty="0">
                <a:solidFill>
                  <a:schemeClr val="bg1"/>
                </a:solidFill>
                <a:latin typeface="Adobe 繁黑體 Std B" panose="020B0700000000000000" pitchFamily="34" charset="-120"/>
                <a:ea typeface="Adobe 繁黑體 Std B" panose="020B0700000000000000" pitchFamily="34" charset="-120"/>
              </a:rPr>
              <a:t>綁定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1D76114A-0FB1-DA09-02AA-21643DA2475A}"/>
              </a:ext>
            </a:extLst>
          </p:cNvPr>
          <p:cNvSpPr txBox="1"/>
          <p:nvPr/>
        </p:nvSpPr>
        <p:spPr>
          <a:xfrm>
            <a:off x="15831224" y="6707027"/>
            <a:ext cx="98937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>
                <a:solidFill>
                  <a:schemeClr val="bg1"/>
                </a:solidFill>
                <a:latin typeface="Adobe 繁黑體 Std B" panose="020B0700000000000000" pitchFamily="34" charset="-120"/>
                <a:ea typeface="Adobe 繁黑體 Std B" panose="020B0700000000000000" pitchFamily="34" charset="-120"/>
              </a:rPr>
              <a:t>MAN</a:t>
            </a:r>
            <a:endParaRPr lang="zh-TW" altLang="en-US" sz="2800" dirty="0">
              <a:solidFill>
                <a:schemeClr val="bg1"/>
              </a:solidFill>
              <a:latin typeface="Adobe 繁黑體 Std B" panose="020B0700000000000000" pitchFamily="34" charset="-120"/>
              <a:ea typeface="Adobe 繁黑體 Std B" panose="020B0700000000000000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4379207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FE531B9-AAD5-A76A-9E1C-D3ED609AE7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矩形: 圓角 29">
            <a:extLst>
              <a:ext uri="{FF2B5EF4-FFF2-40B4-BE49-F238E27FC236}">
                <a16:creationId xmlns:a16="http://schemas.microsoft.com/office/drawing/2014/main" id="{AF8613B5-266F-E2CB-E717-2B74FEA96397}"/>
              </a:ext>
            </a:extLst>
          </p:cNvPr>
          <p:cNvSpPr/>
          <p:nvPr/>
        </p:nvSpPr>
        <p:spPr>
          <a:xfrm>
            <a:off x="2468879" y="0"/>
            <a:ext cx="9280049" cy="1440180"/>
          </a:xfrm>
          <a:prstGeom prst="roundRect">
            <a:avLst>
              <a:gd name="adj" fmla="val 25662"/>
            </a:avLst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776FEF6B-DE7D-766D-2F6A-E18B2F6AB421}"/>
              </a:ext>
            </a:extLst>
          </p:cNvPr>
          <p:cNvSpPr/>
          <p:nvPr/>
        </p:nvSpPr>
        <p:spPr>
          <a:xfrm>
            <a:off x="8639969" y="0"/>
            <a:ext cx="3108960" cy="1440180"/>
          </a:xfrm>
          <a:prstGeom prst="roundRect">
            <a:avLst>
              <a:gd name="adj" fmla="val 25662"/>
            </a:avLst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B7DF5084-9A6E-4F61-51C3-DFFE7B8122F8}"/>
              </a:ext>
            </a:extLst>
          </p:cNvPr>
          <p:cNvSpPr txBox="1"/>
          <p:nvPr/>
        </p:nvSpPr>
        <p:spPr>
          <a:xfrm>
            <a:off x="243840" y="29170"/>
            <a:ext cx="1981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5400" dirty="0">
                <a:solidFill>
                  <a:schemeClr val="bg1"/>
                </a:solidFill>
                <a:latin typeface="Magneto" panose="04030805050802020D02" pitchFamily="82" charset="0"/>
              </a:rPr>
              <a:t>PBK</a:t>
            </a:r>
            <a:endParaRPr lang="zh-TW" altLang="en-US" sz="5400" dirty="0">
              <a:solidFill>
                <a:schemeClr val="bg1"/>
              </a:solidFill>
              <a:latin typeface="Magneto" panose="04030805050802020D02" pitchFamily="82" charset="0"/>
            </a:endParaRPr>
          </a:p>
        </p:txBody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D38248FD-3AFB-C463-55A2-DBFF00012985}"/>
              </a:ext>
            </a:extLst>
          </p:cNvPr>
          <p:cNvSpPr/>
          <p:nvPr/>
        </p:nvSpPr>
        <p:spPr>
          <a:xfrm>
            <a:off x="0" y="845820"/>
            <a:ext cx="17279938" cy="8945880"/>
          </a:xfrm>
          <a:prstGeom prst="roundRect">
            <a:avLst>
              <a:gd name="adj" fmla="val 0"/>
            </a:avLst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3" name="矩形: 圓角 22">
            <a:extLst>
              <a:ext uri="{FF2B5EF4-FFF2-40B4-BE49-F238E27FC236}">
                <a16:creationId xmlns:a16="http://schemas.microsoft.com/office/drawing/2014/main" id="{D08DF1F7-0262-0565-28A8-0A64174FF2AB}"/>
              </a:ext>
            </a:extLst>
          </p:cNvPr>
          <p:cNvSpPr/>
          <p:nvPr/>
        </p:nvSpPr>
        <p:spPr>
          <a:xfrm>
            <a:off x="162719" y="4033112"/>
            <a:ext cx="16954500" cy="2333387"/>
          </a:xfrm>
          <a:prstGeom prst="roundRect">
            <a:avLst>
              <a:gd name="adj" fmla="val 19713"/>
            </a:avLst>
          </a:prstGeom>
          <a:solidFill>
            <a:schemeClr val="tx1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n w="28575">
                <a:solidFill>
                  <a:schemeClr val="bg1"/>
                </a:solidFill>
              </a:ln>
            </a:endParaRP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E65F1F4B-9C37-984F-39FC-78C4579F9CE3}"/>
              </a:ext>
            </a:extLst>
          </p:cNvPr>
          <p:cNvSpPr txBox="1"/>
          <p:nvPr/>
        </p:nvSpPr>
        <p:spPr>
          <a:xfrm>
            <a:off x="3315474" y="75336"/>
            <a:ext cx="141577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4800" dirty="0">
                <a:solidFill>
                  <a:schemeClr val="bg1"/>
                </a:solidFill>
                <a:latin typeface="Adobe 繁黑體 Std B" panose="020B0700000000000000" pitchFamily="34" charset="-120"/>
                <a:ea typeface="Adobe 繁黑體 Std B" panose="020B0700000000000000" pitchFamily="34" charset="-120"/>
              </a:rPr>
              <a:t>首頁</a:t>
            </a: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76C07A3E-BEC8-76FC-CAB2-76398DC776AD}"/>
              </a:ext>
            </a:extLst>
          </p:cNvPr>
          <p:cNvSpPr txBox="1"/>
          <p:nvPr/>
        </p:nvSpPr>
        <p:spPr>
          <a:xfrm>
            <a:off x="6424434" y="75336"/>
            <a:ext cx="141577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4800" dirty="0">
                <a:solidFill>
                  <a:schemeClr val="bg1"/>
                </a:solidFill>
                <a:latin typeface="Adobe 繁黑體 Std B" panose="020B0700000000000000" pitchFamily="34" charset="-120"/>
                <a:ea typeface="Adobe 繁黑體 Std B" panose="020B0700000000000000" pitchFamily="34" charset="-120"/>
              </a:rPr>
              <a:t>狀態</a:t>
            </a:r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458E321D-1D1C-C8A7-3B90-FA0B7913F7FF}"/>
              </a:ext>
            </a:extLst>
          </p:cNvPr>
          <p:cNvSpPr txBox="1"/>
          <p:nvPr/>
        </p:nvSpPr>
        <p:spPr>
          <a:xfrm>
            <a:off x="9533394" y="75336"/>
            <a:ext cx="141577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4800" dirty="0">
                <a:solidFill>
                  <a:schemeClr val="bg1"/>
                </a:solidFill>
                <a:latin typeface="Adobe 繁黑體 Std B" panose="020B0700000000000000" pitchFamily="34" charset="-120"/>
                <a:ea typeface="Adobe 繁黑體 Std B" panose="020B0700000000000000" pitchFamily="34" charset="-120"/>
              </a:rPr>
              <a:t>設定</a:t>
            </a:r>
          </a:p>
        </p:txBody>
      </p:sp>
      <p:cxnSp>
        <p:nvCxnSpPr>
          <p:cNvPr id="2" name="直線接點 1">
            <a:extLst>
              <a:ext uri="{FF2B5EF4-FFF2-40B4-BE49-F238E27FC236}">
                <a16:creationId xmlns:a16="http://schemas.microsoft.com/office/drawing/2014/main" id="{56BECE4B-D722-4D8A-17AA-86CC31CE98C8}"/>
              </a:ext>
            </a:extLst>
          </p:cNvPr>
          <p:cNvCxnSpPr>
            <a:cxnSpLocks/>
          </p:cNvCxnSpPr>
          <p:nvPr/>
        </p:nvCxnSpPr>
        <p:spPr>
          <a:xfrm>
            <a:off x="5577840" y="58052"/>
            <a:ext cx="0" cy="749783"/>
          </a:xfrm>
          <a:prstGeom prst="line">
            <a:avLst/>
          </a:prstGeom>
          <a:ln w="5715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矩形: 圓角 3">
            <a:extLst>
              <a:ext uri="{FF2B5EF4-FFF2-40B4-BE49-F238E27FC236}">
                <a16:creationId xmlns:a16="http://schemas.microsoft.com/office/drawing/2014/main" id="{5BB931E3-CC5E-0463-6DEB-2B8EC75694A5}"/>
              </a:ext>
            </a:extLst>
          </p:cNvPr>
          <p:cNvSpPr/>
          <p:nvPr/>
        </p:nvSpPr>
        <p:spPr>
          <a:xfrm>
            <a:off x="162719" y="1293590"/>
            <a:ext cx="16954500" cy="2333387"/>
          </a:xfrm>
          <a:prstGeom prst="roundRect">
            <a:avLst>
              <a:gd name="adj" fmla="val 19713"/>
            </a:avLst>
          </a:prstGeom>
          <a:solidFill>
            <a:schemeClr val="tx1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n w="28575">
                <a:solidFill>
                  <a:schemeClr val="bg1"/>
                </a:solidFill>
              </a:ln>
            </a:endParaRPr>
          </a:p>
        </p:txBody>
      </p:sp>
      <p:pic>
        <p:nvPicPr>
          <p:cNvPr id="1026" name="Picture 2" descr="Brightness - Free weather icons">
            <a:extLst>
              <a:ext uri="{FF2B5EF4-FFF2-40B4-BE49-F238E27FC236}">
                <a16:creationId xmlns:a16="http://schemas.microsoft.com/office/drawing/2014/main" id="{5D785E03-A69E-7E84-A866-F83128F6BC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0221904">
            <a:off x="619685" y="1641952"/>
            <a:ext cx="571941" cy="571941"/>
          </a:xfrm>
          <a:prstGeom prst="rect">
            <a:avLst/>
          </a:prstGeom>
          <a:noFill/>
          <a:effectLst>
            <a:glow rad="6350">
              <a:srgbClr val="FFFFFF">
                <a:alpha val="90000"/>
              </a:srgbClr>
            </a:glo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00768A80-849C-F392-12EE-C09DAC59EEC6}"/>
              </a:ext>
            </a:extLst>
          </p:cNvPr>
          <p:cNvSpPr txBox="1"/>
          <p:nvPr/>
        </p:nvSpPr>
        <p:spPr>
          <a:xfrm>
            <a:off x="1436330" y="1553031"/>
            <a:ext cx="264687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4800" dirty="0">
                <a:solidFill>
                  <a:schemeClr val="bg1"/>
                </a:solidFill>
                <a:latin typeface="Adobe 繁黑體 Std B" panose="020B0700000000000000" pitchFamily="34" charset="-120"/>
                <a:ea typeface="Adobe 繁黑體 Std B" panose="020B0700000000000000" pitchFamily="34" charset="-120"/>
              </a:rPr>
              <a:t>螢幕亮度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F8E04A56-B2C1-5792-0BF8-FA7E87AC9961}"/>
              </a:ext>
            </a:extLst>
          </p:cNvPr>
          <p:cNvSpPr txBox="1"/>
          <p:nvPr/>
        </p:nvSpPr>
        <p:spPr>
          <a:xfrm>
            <a:off x="1436330" y="2540575"/>
            <a:ext cx="326243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4800" dirty="0">
                <a:solidFill>
                  <a:schemeClr val="bg1"/>
                </a:solidFill>
                <a:latin typeface="Adobe 繁黑體 Std B" panose="020B0700000000000000" pitchFamily="34" charset="-120"/>
                <a:ea typeface="Adobe 繁黑體 Std B" panose="020B0700000000000000" pitchFamily="34" charset="-120"/>
              </a:rPr>
              <a:t>最佳化亮度</a:t>
            </a:r>
          </a:p>
        </p:txBody>
      </p:sp>
      <p:pic>
        <p:nvPicPr>
          <p:cNvPr id="9" name="Picture 2" descr="Frequency - Free signs icons">
            <a:extLst>
              <a:ext uri="{FF2B5EF4-FFF2-40B4-BE49-F238E27FC236}">
                <a16:creationId xmlns:a16="http://schemas.microsoft.com/office/drawing/2014/main" id="{F2050525-34EC-6CAC-6495-F4C3978D37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0764" y="4390076"/>
            <a:ext cx="626745" cy="6267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文字方塊 11">
            <a:extLst>
              <a:ext uri="{FF2B5EF4-FFF2-40B4-BE49-F238E27FC236}">
                <a16:creationId xmlns:a16="http://schemas.microsoft.com/office/drawing/2014/main" id="{E1E4FE00-C2AC-9AA5-2619-F49D7BF5BA3A}"/>
              </a:ext>
            </a:extLst>
          </p:cNvPr>
          <p:cNvSpPr txBox="1"/>
          <p:nvPr/>
        </p:nvSpPr>
        <p:spPr>
          <a:xfrm>
            <a:off x="1374812" y="4287949"/>
            <a:ext cx="347563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4800" dirty="0">
                <a:solidFill>
                  <a:schemeClr val="bg1"/>
                </a:solidFill>
                <a:latin typeface="Adobe 繁黑體 Std B" panose="020B0700000000000000" pitchFamily="34" charset="-120"/>
                <a:ea typeface="Adobe 繁黑體 Std B" panose="020B0700000000000000" pitchFamily="34" charset="-120"/>
              </a:rPr>
              <a:t>RF </a:t>
            </a:r>
            <a:r>
              <a:rPr lang="zh-TW" altLang="en-US" sz="4800" dirty="0">
                <a:solidFill>
                  <a:schemeClr val="bg1"/>
                </a:solidFill>
                <a:latin typeface="Adobe 繁黑體 Std B" panose="020B0700000000000000" pitchFamily="34" charset="-120"/>
                <a:ea typeface="Adobe 繁黑體 Std B" panose="020B0700000000000000" pitchFamily="34" charset="-120"/>
              </a:rPr>
              <a:t>連接資訊</a:t>
            </a: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03A59E64-4751-6D7D-CFA9-B9EBBEE31841}"/>
              </a:ext>
            </a:extLst>
          </p:cNvPr>
          <p:cNvSpPr txBox="1"/>
          <p:nvPr/>
        </p:nvSpPr>
        <p:spPr>
          <a:xfrm>
            <a:off x="1374812" y="5280269"/>
            <a:ext cx="347563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4800" dirty="0">
                <a:solidFill>
                  <a:schemeClr val="bg1"/>
                </a:solidFill>
                <a:latin typeface="Adobe 繁黑體 Std B" panose="020B0700000000000000" pitchFamily="34" charset="-120"/>
                <a:ea typeface="Adobe 繁黑體 Std B" panose="020B0700000000000000" pitchFamily="34" charset="-120"/>
              </a:rPr>
              <a:t>RF </a:t>
            </a:r>
            <a:r>
              <a:rPr lang="zh-TW" altLang="en-US" sz="4800" dirty="0">
                <a:solidFill>
                  <a:schemeClr val="bg1"/>
                </a:solidFill>
                <a:latin typeface="Adobe 繁黑體 Std B" panose="020B0700000000000000" pitchFamily="34" charset="-120"/>
                <a:ea typeface="Adobe 繁黑體 Std B" panose="020B0700000000000000" pitchFamily="34" charset="-120"/>
              </a:rPr>
              <a:t>輸出綁定</a:t>
            </a:r>
          </a:p>
        </p:txBody>
      </p: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2680CC00-ECF4-8F12-BC17-04AA0322BBE5}"/>
              </a:ext>
            </a:extLst>
          </p:cNvPr>
          <p:cNvSpPr txBox="1"/>
          <p:nvPr/>
        </p:nvSpPr>
        <p:spPr>
          <a:xfrm>
            <a:off x="14232829" y="8419567"/>
            <a:ext cx="320173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4800" dirty="0">
                <a:solidFill>
                  <a:schemeClr val="bg1"/>
                </a:solidFill>
                <a:latin typeface="Adobe 繁黑體 Std B" panose="020B0700000000000000" pitchFamily="34" charset="-120"/>
                <a:ea typeface="Adobe 繁黑體 Std B" panose="020B0700000000000000" pitchFamily="34" charset="-120"/>
              </a:rPr>
              <a:t>下一頁 </a:t>
            </a:r>
            <a:r>
              <a:rPr lang="en-US" altLang="zh-TW" sz="4800" dirty="0">
                <a:solidFill>
                  <a:schemeClr val="bg1"/>
                </a:solidFill>
                <a:latin typeface="Adobe 繁黑體 Std B" panose="020B0700000000000000" pitchFamily="34" charset="-120"/>
                <a:ea typeface="Adobe 繁黑體 Std B" panose="020B0700000000000000" pitchFamily="34" charset="-120"/>
              </a:rPr>
              <a:t>&gt;</a:t>
            </a:r>
            <a:endParaRPr lang="zh-TW" altLang="en-US" sz="4800" dirty="0">
              <a:solidFill>
                <a:schemeClr val="bg1"/>
              </a:solidFill>
              <a:latin typeface="Adobe 繁黑體 Std B" panose="020B0700000000000000" pitchFamily="34" charset="-120"/>
              <a:ea typeface="Adobe 繁黑體 Std B" panose="020B0700000000000000" pitchFamily="34" charset="-120"/>
            </a:endParaRPr>
          </a:p>
        </p:txBody>
      </p:sp>
      <p:sp>
        <p:nvSpPr>
          <p:cNvPr id="26" name="文字方塊 25">
            <a:extLst>
              <a:ext uri="{FF2B5EF4-FFF2-40B4-BE49-F238E27FC236}">
                <a16:creationId xmlns:a16="http://schemas.microsoft.com/office/drawing/2014/main" id="{BCC8A87C-DA8C-EF11-1C74-40D70064605D}"/>
              </a:ext>
            </a:extLst>
          </p:cNvPr>
          <p:cNvSpPr txBox="1"/>
          <p:nvPr/>
        </p:nvSpPr>
        <p:spPr>
          <a:xfrm>
            <a:off x="447970" y="8419566"/>
            <a:ext cx="320173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800" dirty="0">
                <a:solidFill>
                  <a:srgbClr val="7F7F7F"/>
                </a:solidFill>
                <a:latin typeface="Adobe 繁黑體 Std B" panose="020B0700000000000000" pitchFamily="34" charset="-120"/>
                <a:ea typeface="Adobe 繁黑體 Std B" panose="020B0700000000000000" pitchFamily="34" charset="-120"/>
              </a:rPr>
              <a:t>&lt;</a:t>
            </a:r>
            <a:r>
              <a:rPr lang="zh-TW" altLang="en-US" sz="4800" dirty="0">
                <a:solidFill>
                  <a:srgbClr val="7F7F7F"/>
                </a:solidFill>
                <a:latin typeface="Adobe 繁黑體 Std B" panose="020B0700000000000000" pitchFamily="34" charset="-120"/>
                <a:ea typeface="Adobe 繁黑體 Std B" panose="020B0700000000000000" pitchFamily="34" charset="-120"/>
              </a:rPr>
              <a:t> 上一頁</a:t>
            </a:r>
          </a:p>
        </p:txBody>
      </p:sp>
      <p:sp>
        <p:nvSpPr>
          <p:cNvPr id="28" name="文字方塊 27">
            <a:extLst>
              <a:ext uri="{FF2B5EF4-FFF2-40B4-BE49-F238E27FC236}">
                <a16:creationId xmlns:a16="http://schemas.microsoft.com/office/drawing/2014/main" id="{89EF0AA6-111D-430A-4801-0BEDA366DF7B}"/>
              </a:ext>
            </a:extLst>
          </p:cNvPr>
          <p:cNvSpPr txBox="1"/>
          <p:nvPr/>
        </p:nvSpPr>
        <p:spPr>
          <a:xfrm>
            <a:off x="7618194" y="8419566"/>
            <a:ext cx="204355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4800" dirty="0">
                <a:solidFill>
                  <a:schemeClr val="bg1"/>
                </a:solidFill>
                <a:latin typeface="Adobe 繁黑體 Std B" panose="020B0700000000000000" pitchFamily="34" charset="-120"/>
                <a:ea typeface="Adobe 繁黑體 Std B" panose="020B0700000000000000" pitchFamily="34" charset="-120"/>
              </a:rPr>
              <a:t>第 </a:t>
            </a:r>
            <a:r>
              <a:rPr lang="en-US" altLang="zh-TW" sz="4800" dirty="0">
                <a:solidFill>
                  <a:schemeClr val="bg1"/>
                </a:solidFill>
                <a:latin typeface="Adobe 繁黑體 Std B" panose="020B0700000000000000" pitchFamily="34" charset="-120"/>
                <a:ea typeface="Adobe 繁黑體 Std B" panose="020B0700000000000000" pitchFamily="34" charset="-120"/>
              </a:rPr>
              <a:t>1 </a:t>
            </a:r>
            <a:r>
              <a:rPr lang="zh-TW" altLang="en-US" sz="4800" dirty="0">
                <a:solidFill>
                  <a:schemeClr val="bg1"/>
                </a:solidFill>
                <a:latin typeface="Adobe 繁黑體 Std B" panose="020B0700000000000000" pitchFamily="34" charset="-120"/>
                <a:ea typeface="Adobe 繁黑體 Std B" panose="020B0700000000000000" pitchFamily="34" charset="-120"/>
              </a:rPr>
              <a:t>頁</a:t>
            </a: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94F5EF46-94A5-091A-203D-CC8C2734F1A0}"/>
              </a:ext>
            </a:extLst>
          </p:cNvPr>
          <p:cNvSpPr txBox="1"/>
          <p:nvPr/>
        </p:nvSpPr>
        <p:spPr>
          <a:xfrm>
            <a:off x="7917006" y="1553031"/>
            <a:ext cx="72808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4800" dirty="0">
                <a:solidFill>
                  <a:schemeClr val="bg1"/>
                </a:solidFill>
                <a:latin typeface="Adobe 繁黑體 Std B" panose="020B0700000000000000" pitchFamily="34" charset="-120"/>
                <a:ea typeface="Adobe 繁黑體 Std B" panose="020B0700000000000000" pitchFamily="34" charset="-120"/>
              </a:rPr>
              <a:t>%</a:t>
            </a:r>
            <a:endParaRPr lang="zh-TW" altLang="en-US" sz="4800" dirty="0">
              <a:solidFill>
                <a:schemeClr val="bg1"/>
              </a:solidFill>
              <a:latin typeface="Adobe 繁黑體 Std B" panose="020B0700000000000000" pitchFamily="34" charset="-120"/>
              <a:ea typeface="Adobe 繁黑體 Std B" panose="020B0700000000000000" pitchFamily="34" charset="-120"/>
            </a:endParaRPr>
          </a:p>
        </p:txBody>
      </p: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BF238E0A-24FD-8863-57B4-75363435A571}"/>
              </a:ext>
            </a:extLst>
          </p:cNvPr>
          <p:cNvSpPr txBox="1"/>
          <p:nvPr/>
        </p:nvSpPr>
        <p:spPr>
          <a:xfrm>
            <a:off x="13235766" y="5280269"/>
            <a:ext cx="50045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4800" dirty="0">
                <a:solidFill>
                  <a:schemeClr val="bg1"/>
                </a:solidFill>
                <a:latin typeface="Adobe 繁黑體 Std B" panose="020B0700000000000000" pitchFamily="34" charset="-120"/>
                <a:ea typeface="Adobe 繁黑體 Std B" panose="020B0700000000000000" pitchFamily="34" charset="-120"/>
              </a:rPr>
              <a:t>L</a:t>
            </a:r>
            <a:endParaRPr lang="zh-TW" altLang="en-US" sz="4800" dirty="0">
              <a:solidFill>
                <a:schemeClr val="bg1"/>
              </a:solidFill>
              <a:latin typeface="Adobe 繁黑體 Std B" panose="020B0700000000000000" pitchFamily="34" charset="-120"/>
              <a:ea typeface="Adobe 繁黑體 Std B" panose="020B0700000000000000" pitchFamily="34" charset="-120"/>
            </a:endParaRPr>
          </a:p>
        </p:txBody>
      </p: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E883C327-7945-BA1F-C4D4-056474B75FD2}"/>
              </a:ext>
            </a:extLst>
          </p:cNvPr>
          <p:cNvSpPr txBox="1"/>
          <p:nvPr/>
        </p:nvSpPr>
        <p:spPr>
          <a:xfrm>
            <a:off x="15787974" y="5280269"/>
            <a:ext cx="55015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4800" dirty="0">
                <a:solidFill>
                  <a:schemeClr val="bg1"/>
                </a:solidFill>
                <a:latin typeface="Adobe 繁黑體 Std B" panose="020B0700000000000000" pitchFamily="34" charset="-120"/>
                <a:ea typeface="Adobe 繁黑體 Std B" panose="020B0700000000000000" pitchFamily="34" charset="-120"/>
              </a:rPr>
              <a:t>R</a:t>
            </a:r>
            <a:endParaRPr lang="zh-TW" altLang="en-US" sz="4800" dirty="0">
              <a:solidFill>
                <a:schemeClr val="bg1"/>
              </a:solidFill>
              <a:latin typeface="Adobe 繁黑體 Std B" panose="020B0700000000000000" pitchFamily="34" charset="-120"/>
              <a:ea typeface="Adobe 繁黑體 Std B" panose="020B0700000000000000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106321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E2916AB-6C1D-FBF0-1B85-976992A33D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矩形: 圓角 29">
            <a:extLst>
              <a:ext uri="{FF2B5EF4-FFF2-40B4-BE49-F238E27FC236}">
                <a16:creationId xmlns:a16="http://schemas.microsoft.com/office/drawing/2014/main" id="{D5771A6D-E887-C013-F1FF-E8D68864CF8B}"/>
              </a:ext>
            </a:extLst>
          </p:cNvPr>
          <p:cNvSpPr/>
          <p:nvPr/>
        </p:nvSpPr>
        <p:spPr>
          <a:xfrm>
            <a:off x="2468879" y="0"/>
            <a:ext cx="9280049" cy="1440180"/>
          </a:xfrm>
          <a:prstGeom prst="roundRect">
            <a:avLst>
              <a:gd name="adj" fmla="val 25662"/>
            </a:avLst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15D632FA-C852-F4BF-5561-960076547C32}"/>
              </a:ext>
            </a:extLst>
          </p:cNvPr>
          <p:cNvSpPr/>
          <p:nvPr/>
        </p:nvSpPr>
        <p:spPr>
          <a:xfrm>
            <a:off x="8639969" y="0"/>
            <a:ext cx="3108960" cy="1440180"/>
          </a:xfrm>
          <a:prstGeom prst="roundRect">
            <a:avLst>
              <a:gd name="adj" fmla="val 25662"/>
            </a:avLst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C7548F56-A370-3F6D-15CB-F365D24DE417}"/>
              </a:ext>
            </a:extLst>
          </p:cNvPr>
          <p:cNvSpPr txBox="1"/>
          <p:nvPr/>
        </p:nvSpPr>
        <p:spPr>
          <a:xfrm>
            <a:off x="243840" y="29170"/>
            <a:ext cx="1981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5400" dirty="0">
                <a:solidFill>
                  <a:schemeClr val="bg1"/>
                </a:solidFill>
                <a:latin typeface="Magneto" panose="04030805050802020D02" pitchFamily="82" charset="0"/>
              </a:rPr>
              <a:t>PBK</a:t>
            </a:r>
            <a:endParaRPr lang="zh-TW" altLang="en-US" sz="5400" dirty="0">
              <a:solidFill>
                <a:schemeClr val="bg1"/>
              </a:solidFill>
              <a:latin typeface="Magneto" panose="04030805050802020D02" pitchFamily="82" charset="0"/>
            </a:endParaRPr>
          </a:p>
        </p:txBody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E4EF0783-1ED4-350C-7C24-A14A743D6F9B}"/>
              </a:ext>
            </a:extLst>
          </p:cNvPr>
          <p:cNvSpPr/>
          <p:nvPr/>
        </p:nvSpPr>
        <p:spPr>
          <a:xfrm>
            <a:off x="0" y="845820"/>
            <a:ext cx="17279938" cy="8945880"/>
          </a:xfrm>
          <a:prstGeom prst="roundRect">
            <a:avLst>
              <a:gd name="adj" fmla="val 0"/>
            </a:avLst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4" name="矩形: 圓角 33">
            <a:extLst>
              <a:ext uri="{FF2B5EF4-FFF2-40B4-BE49-F238E27FC236}">
                <a16:creationId xmlns:a16="http://schemas.microsoft.com/office/drawing/2014/main" id="{654B3D29-A479-A995-C1F2-EB826266BAB0}"/>
              </a:ext>
            </a:extLst>
          </p:cNvPr>
          <p:cNvSpPr/>
          <p:nvPr/>
        </p:nvSpPr>
        <p:spPr>
          <a:xfrm>
            <a:off x="162719" y="4033112"/>
            <a:ext cx="16954500" cy="2333387"/>
          </a:xfrm>
          <a:prstGeom prst="roundRect">
            <a:avLst>
              <a:gd name="adj" fmla="val 19713"/>
            </a:avLst>
          </a:prstGeom>
          <a:solidFill>
            <a:schemeClr val="tx1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n w="28575">
                <a:solidFill>
                  <a:schemeClr val="bg1"/>
                </a:solidFill>
              </a:ln>
            </a:endParaRPr>
          </a:p>
        </p:txBody>
      </p:sp>
      <p:sp>
        <p:nvSpPr>
          <p:cNvPr id="35" name="矩形: 圓角 34">
            <a:extLst>
              <a:ext uri="{FF2B5EF4-FFF2-40B4-BE49-F238E27FC236}">
                <a16:creationId xmlns:a16="http://schemas.microsoft.com/office/drawing/2014/main" id="{6B9BE397-7190-98BE-0DAF-F8894C956613}"/>
              </a:ext>
            </a:extLst>
          </p:cNvPr>
          <p:cNvSpPr/>
          <p:nvPr/>
        </p:nvSpPr>
        <p:spPr>
          <a:xfrm>
            <a:off x="162719" y="6772634"/>
            <a:ext cx="16954500" cy="1153644"/>
          </a:xfrm>
          <a:prstGeom prst="roundRect">
            <a:avLst>
              <a:gd name="adj" fmla="val 39506"/>
            </a:avLst>
          </a:prstGeom>
          <a:solidFill>
            <a:schemeClr val="tx1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n w="28575">
                <a:solidFill>
                  <a:schemeClr val="bg1"/>
                </a:solidFill>
              </a:ln>
            </a:endParaRP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828C6F11-813C-4F13-5E2F-15181B692EFB}"/>
              </a:ext>
            </a:extLst>
          </p:cNvPr>
          <p:cNvSpPr txBox="1"/>
          <p:nvPr/>
        </p:nvSpPr>
        <p:spPr>
          <a:xfrm>
            <a:off x="3315474" y="75336"/>
            <a:ext cx="141577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4800" dirty="0">
                <a:solidFill>
                  <a:schemeClr val="bg1"/>
                </a:solidFill>
                <a:latin typeface="Adobe 繁黑體 Std B" panose="020B0700000000000000" pitchFamily="34" charset="-120"/>
                <a:ea typeface="Adobe 繁黑體 Std B" panose="020B0700000000000000" pitchFamily="34" charset="-120"/>
              </a:rPr>
              <a:t>首頁</a:t>
            </a: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9A5F7EA7-F4D0-9E9A-0E91-3AEE76E1B510}"/>
              </a:ext>
            </a:extLst>
          </p:cNvPr>
          <p:cNvSpPr txBox="1"/>
          <p:nvPr/>
        </p:nvSpPr>
        <p:spPr>
          <a:xfrm>
            <a:off x="6424434" y="75336"/>
            <a:ext cx="141577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4800" dirty="0">
                <a:solidFill>
                  <a:schemeClr val="bg1"/>
                </a:solidFill>
                <a:latin typeface="Adobe 繁黑體 Std B" panose="020B0700000000000000" pitchFamily="34" charset="-120"/>
                <a:ea typeface="Adobe 繁黑體 Std B" panose="020B0700000000000000" pitchFamily="34" charset="-120"/>
              </a:rPr>
              <a:t>狀態</a:t>
            </a:r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A0D77642-A8C9-33DF-555C-130819C886AE}"/>
              </a:ext>
            </a:extLst>
          </p:cNvPr>
          <p:cNvSpPr txBox="1"/>
          <p:nvPr/>
        </p:nvSpPr>
        <p:spPr>
          <a:xfrm>
            <a:off x="9533394" y="75336"/>
            <a:ext cx="141577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4800" dirty="0">
                <a:solidFill>
                  <a:schemeClr val="bg1"/>
                </a:solidFill>
                <a:latin typeface="Adobe 繁黑體 Std B" panose="020B0700000000000000" pitchFamily="34" charset="-120"/>
                <a:ea typeface="Adobe 繁黑體 Std B" panose="020B0700000000000000" pitchFamily="34" charset="-120"/>
              </a:rPr>
              <a:t>設定</a:t>
            </a:r>
          </a:p>
        </p:txBody>
      </p:sp>
      <p:cxnSp>
        <p:nvCxnSpPr>
          <p:cNvPr id="2" name="直線接點 1">
            <a:extLst>
              <a:ext uri="{FF2B5EF4-FFF2-40B4-BE49-F238E27FC236}">
                <a16:creationId xmlns:a16="http://schemas.microsoft.com/office/drawing/2014/main" id="{530EF2D7-A362-D636-7CFA-C648FBD86B73}"/>
              </a:ext>
            </a:extLst>
          </p:cNvPr>
          <p:cNvCxnSpPr>
            <a:cxnSpLocks/>
          </p:cNvCxnSpPr>
          <p:nvPr/>
        </p:nvCxnSpPr>
        <p:spPr>
          <a:xfrm>
            <a:off x="5577840" y="58052"/>
            <a:ext cx="0" cy="749783"/>
          </a:xfrm>
          <a:prstGeom prst="line">
            <a:avLst/>
          </a:prstGeom>
          <a:ln w="5715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矩形: 圓角 3">
            <a:extLst>
              <a:ext uri="{FF2B5EF4-FFF2-40B4-BE49-F238E27FC236}">
                <a16:creationId xmlns:a16="http://schemas.microsoft.com/office/drawing/2014/main" id="{DB4CFF02-27E7-22EE-5C70-A6602EBD1769}"/>
              </a:ext>
            </a:extLst>
          </p:cNvPr>
          <p:cNvSpPr/>
          <p:nvPr/>
        </p:nvSpPr>
        <p:spPr>
          <a:xfrm>
            <a:off x="162719" y="1293590"/>
            <a:ext cx="16954500" cy="2333387"/>
          </a:xfrm>
          <a:prstGeom prst="roundRect">
            <a:avLst>
              <a:gd name="adj" fmla="val 19713"/>
            </a:avLst>
          </a:prstGeom>
          <a:solidFill>
            <a:schemeClr val="tx1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n w="28575">
                <a:solidFill>
                  <a:schemeClr val="bg1"/>
                </a:solidFill>
              </a:ln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0407BE25-EB45-82A3-3E7F-A88F7E6EF22F}"/>
              </a:ext>
            </a:extLst>
          </p:cNvPr>
          <p:cNvSpPr txBox="1"/>
          <p:nvPr/>
        </p:nvSpPr>
        <p:spPr>
          <a:xfrm>
            <a:off x="1436330" y="4311863"/>
            <a:ext cx="449353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4800" dirty="0">
                <a:solidFill>
                  <a:schemeClr val="bg1"/>
                </a:solidFill>
                <a:latin typeface="Adobe 繁黑體 Std B" panose="020B0700000000000000" pitchFamily="34" charset="-120"/>
                <a:ea typeface="Adobe 繁黑體 Std B" panose="020B0700000000000000" pitchFamily="34" charset="-120"/>
              </a:rPr>
              <a:t>夾管筏自動釋放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82045592-F073-C97F-DC3C-8B53FA9F4C4C}"/>
              </a:ext>
            </a:extLst>
          </p:cNvPr>
          <p:cNvSpPr txBox="1"/>
          <p:nvPr/>
        </p:nvSpPr>
        <p:spPr>
          <a:xfrm>
            <a:off x="1436330" y="5299407"/>
            <a:ext cx="387798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4800" dirty="0">
                <a:solidFill>
                  <a:schemeClr val="bg1"/>
                </a:solidFill>
                <a:latin typeface="Adobe 繁黑體 Std B" panose="020B0700000000000000" pitchFamily="34" charset="-120"/>
                <a:ea typeface="Adobe 繁黑體 Std B" panose="020B0700000000000000" pitchFamily="34" charset="-120"/>
              </a:rPr>
              <a:t>自動釋放時長</a:t>
            </a:r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A95A8B73-17AC-93BB-0969-2A9FDF4F1D90}"/>
              </a:ext>
            </a:extLst>
          </p:cNvPr>
          <p:cNvSpPr txBox="1"/>
          <p:nvPr/>
        </p:nvSpPr>
        <p:spPr>
          <a:xfrm>
            <a:off x="1436330" y="6949237"/>
            <a:ext cx="510909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4800" dirty="0">
                <a:solidFill>
                  <a:schemeClr val="bg1"/>
                </a:solidFill>
                <a:latin typeface="Adobe 繁黑體 Std B" panose="020B0700000000000000" pitchFamily="34" charset="-120"/>
                <a:ea typeface="Adobe 繁黑體 Std B" panose="020B0700000000000000" pitchFamily="34" charset="-120"/>
              </a:rPr>
              <a:t>氣泵過熱保護溫度</a:t>
            </a:r>
          </a:p>
        </p:txBody>
      </p: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9BF47FAC-6B37-F438-92A3-8917A353425C}"/>
              </a:ext>
            </a:extLst>
          </p:cNvPr>
          <p:cNvSpPr txBox="1"/>
          <p:nvPr/>
        </p:nvSpPr>
        <p:spPr>
          <a:xfrm>
            <a:off x="14232829" y="8419567"/>
            <a:ext cx="320173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4800" dirty="0">
                <a:solidFill>
                  <a:schemeClr val="bg1"/>
                </a:solidFill>
                <a:latin typeface="Adobe 繁黑體 Std B" panose="020B0700000000000000" pitchFamily="34" charset="-120"/>
                <a:ea typeface="Adobe 繁黑體 Std B" panose="020B0700000000000000" pitchFamily="34" charset="-120"/>
              </a:rPr>
              <a:t>下一頁 </a:t>
            </a:r>
            <a:r>
              <a:rPr lang="en-US" altLang="zh-TW" sz="4800" dirty="0">
                <a:solidFill>
                  <a:schemeClr val="bg1"/>
                </a:solidFill>
                <a:latin typeface="Adobe 繁黑體 Std B" panose="020B0700000000000000" pitchFamily="34" charset="-120"/>
                <a:ea typeface="Adobe 繁黑體 Std B" panose="020B0700000000000000" pitchFamily="34" charset="-120"/>
              </a:rPr>
              <a:t>&gt;</a:t>
            </a:r>
            <a:endParaRPr lang="zh-TW" altLang="en-US" sz="4800" dirty="0">
              <a:solidFill>
                <a:schemeClr val="bg1"/>
              </a:solidFill>
              <a:latin typeface="Adobe 繁黑體 Std B" panose="020B0700000000000000" pitchFamily="34" charset="-120"/>
              <a:ea typeface="Adobe 繁黑體 Std B" panose="020B0700000000000000" pitchFamily="34" charset="-120"/>
            </a:endParaRPr>
          </a:p>
        </p:txBody>
      </p:sp>
      <p:sp>
        <p:nvSpPr>
          <p:cNvPr id="26" name="文字方塊 25">
            <a:extLst>
              <a:ext uri="{FF2B5EF4-FFF2-40B4-BE49-F238E27FC236}">
                <a16:creationId xmlns:a16="http://schemas.microsoft.com/office/drawing/2014/main" id="{8ABA34BF-3611-0ECC-4EA8-8AEEEB179EE5}"/>
              </a:ext>
            </a:extLst>
          </p:cNvPr>
          <p:cNvSpPr txBox="1"/>
          <p:nvPr/>
        </p:nvSpPr>
        <p:spPr>
          <a:xfrm>
            <a:off x="447970" y="8419566"/>
            <a:ext cx="320173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800" dirty="0">
                <a:solidFill>
                  <a:schemeClr val="bg1"/>
                </a:solidFill>
                <a:latin typeface="Adobe 繁黑體 Std B" panose="020B0700000000000000" pitchFamily="34" charset="-120"/>
                <a:ea typeface="Adobe 繁黑體 Std B" panose="020B0700000000000000" pitchFamily="34" charset="-120"/>
              </a:rPr>
              <a:t>&lt;</a:t>
            </a:r>
            <a:r>
              <a:rPr lang="zh-TW" altLang="en-US" sz="4800" dirty="0">
                <a:solidFill>
                  <a:schemeClr val="bg1"/>
                </a:solidFill>
                <a:latin typeface="Adobe 繁黑體 Std B" panose="020B0700000000000000" pitchFamily="34" charset="-120"/>
                <a:ea typeface="Adobe 繁黑體 Std B" panose="020B0700000000000000" pitchFamily="34" charset="-120"/>
              </a:rPr>
              <a:t> 上一頁</a:t>
            </a: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AE5A30B9-A132-DC65-935E-674CE0B0FFDD}"/>
              </a:ext>
            </a:extLst>
          </p:cNvPr>
          <p:cNvSpPr txBox="1"/>
          <p:nvPr/>
        </p:nvSpPr>
        <p:spPr>
          <a:xfrm>
            <a:off x="7618194" y="8419566"/>
            <a:ext cx="204355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4800" dirty="0">
                <a:solidFill>
                  <a:schemeClr val="bg1"/>
                </a:solidFill>
                <a:latin typeface="Adobe 繁黑體 Std B" panose="020B0700000000000000" pitchFamily="34" charset="-120"/>
                <a:ea typeface="Adobe 繁黑體 Std B" panose="020B0700000000000000" pitchFamily="34" charset="-120"/>
              </a:rPr>
              <a:t>第 </a:t>
            </a:r>
            <a:r>
              <a:rPr lang="en-US" altLang="zh-TW" sz="4800" dirty="0">
                <a:solidFill>
                  <a:schemeClr val="bg1"/>
                </a:solidFill>
                <a:latin typeface="Adobe 繁黑體 Std B" panose="020B0700000000000000" pitchFamily="34" charset="-120"/>
                <a:ea typeface="Adobe 繁黑體 Std B" panose="020B0700000000000000" pitchFamily="34" charset="-120"/>
              </a:rPr>
              <a:t>2 </a:t>
            </a:r>
            <a:r>
              <a:rPr lang="zh-TW" altLang="en-US" sz="4800" dirty="0">
                <a:solidFill>
                  <a:schemeClr val="bg1"/>
                </a:solidFill>
                <a:latin typeface="Adobe 繁黑體 Std B" panose="020B0700000000000000" pitchFamily="34" charset="-120"/>
                <a:ea typeface="Adobe 繁黑體 Std B" panose="020B0700000000000000" pitchFamily="34" charset="-120"/>
              </a:rPr>
              <a:t>頁</a:t>
            </a:r>
          </a:p>
        </p:txBody>
      </p:sp>
      <p:pic>
        <p:nvPicPr>
          <p:cNvPr id="22" name="圖片 21" descr="一張含有 符號, 螢幕擷取畫面, 設計 的圖片&#10;&#10;AI 產生的內容可能不正確。">
            <a:extLst>
              <a:ext uri="{FF2B5EF4-FFF2-40B4-BE49-F238E27FC236}">
                <a16:creationId xmlns:a16="http://schemas.microsoft.com/office/drawing/2014/main" id="{D6F1C6CC-A90D-F757-0C71-5A49AAE9B845}"/>
              </a:ext>
            </a:extLst>
          </p:cNvPr>
          <p:cNvPicPr>
            <a:picLocks noChangeAspect="1"/>
          </p:cNvPicPr>
          <p:nvPr/>
        </p:nvPicPr>
        <p:blipFill>
          <a:blip r:embed="rId2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897" y="4159102"/>
            <a:ext cx="1092915" cy="1092915"/>
          </a:xfrm>
          <a:prstGeom prst="rect">
            <a:avLst/>
          </a:prstGeom>
        </p:spPr>
      </p:pic>
      <p:pic>
        <p:nvPicPr>
          <p:cNvPr id="28" name="圖片 27" descr="一張含有 符號, 圖形, 美工圖案, 設計 的圖片&#10;&#10;AI 產生的內容可能不正確。">
            <a:extLst>
              <a:ext uri="{FF2B5EF4-FFF2-40B4-BE49-F238E27FC236}">
                <a16:creationId xmlns:a16="http://schemas.microsoft.com/office/drawing/2014/main" id="{32F52C83-9437-9B31-9BEC-A037BD84DD9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2372" y="7017462"/>
            <a:ext cx="629208" cy="629208"/>
          </a:xfrm>
          <a:prstGeom prst="rect">
            <a:avLst/>
          </a:prstGeom>
        </p:spPr>
      </p:pic>
      <p:pic>
        <p:nvPicPr>
          <p:cNvPr id="1028" name="Picture 4" descr="Knob - Free signs icons">
            <a:extLst>
              <a:ext uri="{FF2B5EF4-FFF2-40B4-BE49-F238E27FC236}">
                <a16:creationId xmlns:a16="http://schemas.microsoft.com/office/drawing/2014/main" id="{F38F4C31-F13A-2263-AC88-F1C0626E23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592282" y="1710068"/>
            <a:ext cx="621918" cy="6219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7" name="文字方塊 46">
            <a:extLst>
              <a:ext uri="{FF2B5EF4-FFF2-40B4-BE49-F238E27FC236}">
                <a16:creationId xmlns:a16="http://schemas.microsoft.com/office/drawing/2014/main" id="{1A501801-A90A-B366-AA20-1CBE9C602E0D}"/>
              </a:ext>
            </a:extLst>
          </p:cNvPr>
          <p:cNvSpPr txBox="1"/>
          <p:nvPr/>
        </p:nvSpPr>
        <p:spPr>
          <a:xfrm>
            <a:off x="1436330" y="1580416"/>
            <a:ext cx="397095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4800" dirty="0">
                <a:solidFill>
                  <a:schemeClr val="bg1"/>
                </a:solidFill>
                <a:latin typeface="Adobe 繁黑體 Std B" panose="020B0700000000000000" pitchFamily="34" charset="-120"/>
                <a:ea typeface="Adobe 繁黑體 Std B" panose="020B0700000000000000" pitchFamily="34" charset="-120"/>
              </a:rPr>
              <a:t>CNC </a:t>
            </a:r>
            <a:r>
              <a:rPr lang="zh-TW" altLang="en-US" sz="4800" dirty="0">
                <a:solidFill>
                  <a:schemeClr val="bg1"/>
                </a:solidFill>
                <a:latin typeface="Adobe 繁黑體 Std B" panose="020B0700000000000000" pitchFamily="34" charset="-120"/>
                <a:ea typeface="Adobe 繁黑體 Std B" panose="020B0700000000000000" pitchFamily="34" charset="-120"/>
              </a:rPr>
              <a:t>輸出綁定</a:t>
            </a:r>
          </a:p>
        </p:txBody>
      </p:sp>
      <p:sp>
        <p:nvSpPr>
          <p:cNvPr id="49" name="文字方塊 48">
            <a:extLst>
              <a:ext uri="{FF2B5EF4-FFF2-40B4-BE49-F238E27FC236}">
                <a16:creationId xmlns:a16="http://schemas.microsoft.com/office/drawing/2014/main" id="{F77F8AC6-F0DF-19F9-C609-5D012265A9C9}"/>
              </a:ext>
            </a:extLst>
          </p:cNvPr>
          <p:cNvSpPr txBox="1"/>
          <p:nvPr/>
        </p:nvSpPr>
        <p:spPr>
          <a:xfrm>
            <a:off x="1436330" y="2540575"/>
            <a:ext cx="387798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4800" dirty="0">
                <a:solidFill>
                  <a:schemeClr val="bg1"/>
                </a:solidFill>
                <a:latin typeface="Adobe 繁黑體 Std B" panose="020B0700000000000000" pitchFamily="34" charset="-120"/>
                <a:ea typeface="Adobe 繁黑體 Std B" panose="020B0700000000000000" pitchFamily="34" charset="-120"/>
              </a:rPr>
              <a:t>手動輸出綁定</a:t>
            </a:r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D23FBEB3-1F5D-4BF5-41C8-49DB28D1B19F}"/>
              </a:ext>
            </a:extLst>
          </p:cNvPr>
          <p:cNvSpPr txBox="1"/>
          <p:nvPr/>
        </p:nvSpPr>
        <p:spPr>
          <a:xfrm>
            <a:off x="7868083" y="6956857"/>
            <a:ext cx="87716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4800" dirty="0">
                <a:solidFill>
                  <a:schemeClr val="bg1"/>
                </a:solidFill>
                <a:latin typeface="Adobe 繁黑體 Std B" panose="020B0700000000000000" pitchFamily="34" charset="-120"/>
                <a:ea typeface="Adobe 繁黑體 Std B" panose="020B0700000000000000" pitchFamily="34" charset="-120"/>
              </a:rPr>
              <a:t>℃</a:t>
            </a:r>
            <a:endParaRPr lang="zh-TW" altLang="en-US" sz="4800" dirty="0"/>
          </a:p>
        </p:txBody>
      </p:sp>
      <p:sp>
        <p:nvSpPr>
          <p:cNvPr id="36" name="文字方塊 35">
            <a:extLst>
              <a:ext uri="{FF2B5EF4-FFF2-40B4-BE49-F238E27FC236}">
                <a16:creationId xmlns:a16="http://schemas.microsoft.com/office/drawing/2014/main" id="{3F93830E-F796-FEB9-8A98-4F7BB3A24B40}"/>
              </a:ext>
            </a:extLst>
          </p:cNvPr>
          <p:cNvSpPr txBox="1"/>
          <p:nvPr/>
        </p:nvSpPr>
        <p:spPr>
          <a:xfrm>
            <a:off x="8156575" y="5293623"/>
            <a:ext cx="45076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4800" dirty="0">
                <a:solidFill>
                  <a:schemeClr val="bg1"/>
                </a:solidFill>
                <a:latin typeface="Adobe 繁黑體 Std B" panose="020B0700000000000000" pitchFamily="34" charset="-120"/>
                <a:ea typeface="Adobe 繁黑體 Std B" panose="020B0700000000000000" pitchFamily="34" charset="-120"/>
              </a:rPr>
              <a:t>s</a:t>
            </a:r>
            <a:endParaRPr lang="zh-TW" altLang="en-US" sz="4800" dirty="0">
              <a:solidFill>
                <a:schemeClr val="bg1"/>
              </a:solidFill>
              <a:latin typeface="Adobe 繁黑體 Std B" panose="020B0700000000000000" pitchFamily="34" charset="-120"/>
              <a:ea typeface="Adobe 繁黑體 Std B" panose="020B0700000000000000" pitchFamily="34" charset="-120"/>
            </a:endParaRPr>
          </a:p>
        </p:txBody>
      </p:sp>
      <p:sp>
        <p:nvSpPr>
          <p:cNvPr id="37" name="文字方塊 36">
            <a:extLst>
              <a:ext uri="{FF2B5EF4-FFF2-40B4-BE49-F238E27FC236}">
                <a16:creationId xmlns:a16="http://schemas.microsoft.com/office/drawing/2014/main" id="{C629B73B-7D51-5CF0-DB9C-8393F96729E4}"/>
              </a:ext>
            </a:extLst>
          </p:cNvPr>
          <p:cNvSpPr txBox="1"/>
          <p:nvPr/>
        </p:nvSpPr>
        <p:spPr>
          <a:xfrm>
            <a:off x="13235766" y="1580415"/>
            <a:ext cx="50045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4800" dirty="0">
                <a:solidFill>
                  <a:schemeClr val="bg1"/>
                </a:solidFill>
                <a:latin typeface="Adobe 繁黑體 Std B" panose="020B0700000000000000" pitchFamily="34" charset="-120"/>
                <a:ea typeface="Adobe 繁黑體 Std B" panose="020B0700000000000000" pitchFamily="34" charset="-120"/>
              </a:rPr>
              <a:t>L</a:t>
            </a:r>
            <a:endParaRPr lang="zh-TW" altLang="en-US" sz="4800" dirty="0">
              <a:solidFill>
                <a:schemeClr val="bg1"/>
              </a:solidFill>
              <a:latin typeface="Adobe 繁黑體 Std B" panose="020B0700000000000000" pitchFamily="34" charset="-120"/>
              <a:ea typeface="Adobe 繁黑體 Std B" panose="020B0700000000000000" pitchFamily="34" charset="-120"/>
            </a:endParaRPr>
          </a:p>
        </p:txBody>
      </p:sp>
      <p:sp>
        <p:nvSpPr>
          <p:cNvPr id="38" name="文字方塊 37">
            <a:extLst>
              <a:ext uri="{FF2B5EF4-FFF2-40B4-BE49-F238E27FC236}">
                <a16:creationId xmlns:a16="http://schemas.microsoft.com/office/drawing/2014/main" id="{537C6CAC-7902-6856-8294-2549385CFFB3}"/>
              </a:ext>
            </a:extLst>
          </p:cNvPr>
          <p:cNvSpPr txBox="1"/>
          <p:nvPr/>
        </p:nvSpPr>
        <p:spPr>
          <a:xfrm>
            <a:off x="13235766" y="2540574"/>
            <a:ext cx="50045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4800" dirty="0">
                <a:solidFill>
                  <a:schemeClr val="bg1"/>
                </a:solidFill>
                <a:latin typeface="Adobe 繁黑體 Std B" panose="020B0700000000000000" pitchFamily="34" charset="-120"/>
                <a:ea typeface="Adobe 繁黑體 Std B" panose="020B0700000000000000" pitchFamily="34" charset="-120"/>
              </a:rPr>
              <a:t>L</a:t>
            </a:r>
            <a:endParaRPr lang="zh-TW" altLang="en-US" sz="4800" dirty="0">
              <a:solidFill>
                <a:schemeClr val="bg1"/>
              </a:solidFill>
              <a:latin typeface="Adobe 繁黑體 Std B" panose="020B0700000000000000" pitchFamily="34" charset="-120"/>
              <a:ea typeface="Adobe 繁黑體 Std B" panose="020B0700000000000000" pitchFamily="34" charset="-120"/>
            </a:endParaRPr>
          </a:p>
        </p:txBody>
      </p:sp>
      <p:sp>
        <p:nvSpPr>
          <p:cNvPr id="39" name="文字方塊 38">
            <a:extLst>
              <a:ext uri="{FF2B5EF4-FFF2-40B4-BE49-F238E27FC236}">
                <a16:creationId xmlns:a16="http://schemas.microsoft.com/office/drawing/2014/main" id="{4F4A3BE6-1E4B-C9BE-EDAB-CC6B922A9AF2}"/>
              </a:ext>
            </a:extLst>
          </p:cNvPr>
          <p:cNvSpPr txBox="1"/>
          <p:nvPr/>
        </p:nvSpPr>
        <p:spPr>
          <a:xfrm>
            <a:off x="15787974" y="1575983"/>
            <a:ext cx="55015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4800" dirty="0">
                <a:solidFill>
                  <a:schemeClr val="bg1"/>
                </a:solidFill>
                <a:latin typeface="Adobe 繁黑體 Std B" panose="020B0700000000000000" pitchFamily="34" charset="-120"/>
                <a:ea typeface="Adobe 繁黑體 Std B" panose="020B0700000000000000" pitchFamily="34" charset="-120"/>
              </a:rPr>
              <a:t>R</a:t>
            </a:r>
            <a:endParaRPr lang="zh-TW" altLang="en-US" sz="4800" dirty="0">
              <a:solidFill>
                <a:schemeClr val="bg1"/>
              </a:solidFill>
              <a:latin typeface="Adobe 繁黑體 Std B" panose="020B0700000000000000" pitchFamily="34" charset="-120"/>
              <a:ea typeface="Adobe 繁黑體 Std B" panose="020B0700000000000000" pitchFamily="34" charset="-120"/>
            </a:endParaRPr>
          </a:p>
        </p:txBody>
      </p:sp>
      <p:sp>
        <p:nvSpPr>
          <p:cNvPr id="40" name="文字方塊 39">
            <a:extLst>
              <a:ext uri="{FF2B5EF4-FFF2-40B4-BE49-F238E27FC236}">
                <a16:creationId xmlns:a16="http://schemas.microsoft.com/office/drawing/2014/main" id="{39A0F1CD-5619-AC4F-6A64-B1DE66DE2E25}"/>
              </a:ext>
            </a:extLst>
          </p:cNvPr>
          <p:cNvSpPr txBox="1"/>
          <p:nvPr/>
        </p:nvSpPr>
        <p:spPr>
          <a:xfrm>
            <a:off x="15787973" y="2540574"/>
            <a:ext cx="55015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4800" dirty="0">
                <a:solidFill>
                  <a:schemeClr val="bg1"/>
                </a:solidFill>
                <a:latin typeface="Adobe 繁黑體 Std B" panose="020B0700000000000000" pitchFamily="34" charset="-120"/>
                <a:ea typeface="Adobe 繁黑體 Std B" panose="020B0700000000000000" pitchFamily="34" charset="-120"/>
              </a:rPr>
              <a:t>R</a:t>
            </a:r>
            <a:endParaRPr lang="zh-TW" altLang="en-US" sz="4800" dirty="0">
              <a:solidFill>
                <a:schemeClr val="bg1"/>
              </a:solidFill>
              <a:latin typeface="Adobe 繁黑體 Std B" panose="020B0700000000000000" pitchFamily="34" charset="-120"/>
              <a:ea typeface="Adobe 繁黑體 Std B" panose="020B0700000000000000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0373700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23DE6A4-0C40-81DC-95D9-EEFD2B97D3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矩形: 圓角 29">
            <a:extLst>
              <a:ext uri="{FF2B5EF4-FFF2-40B4-BE49-F238E27FC236}">
                <a16:creationId xmlns:a16="http://schemas.microsoft.com/office/drawing/2014/main" id="{4BFF97E4-9852-CF61-9CF0-E1ACE2AE33F3}"/>
              </a:ext>
            </a:extLst>
          </p:cNvPr>
          <p:cNvSpPr/>
          <p:nvPr/>
        </p:nvSpPr>
        <p:spPr>
          <a:xfrm>
            <a:off x="2468879" y="0"/>
            <a:ext cx="9280049" cy="1440180"/>
          </a:xfrm>
          <a:prstGeom prst="roundRect">
            <a:avLst>
              <a:gd name="adj" fmla="val 25662"/>
            </a:avLst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77A4F1BC-A7B9-6F67-7EAC-48308876F567}"/>
              </a:ext>
            </a:extLst>
          </p:cNvPr>
          <p:cNvSpPr/>
          <p:nvPr/>
        </p:nvSpPr>
        <p:spPr>
          <a:xfrm>
            <a:off x="8639969" y="0"/>
            <a:ext cx="3108960" cy="1440180"/>
          </a:xfrm>
          <a:prstGeom prst="roundRect">
            <a:avLst>
              <a:gd name="adj" fmla="val 25662"/>
            </a:avLst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828EB239-D7FA-CDA0-0667-FB5611D62842}"/>
              </a:ext>
            </a:extLst>
          </p:cNvPr>
          <p:cNvSpPr txBox="1"/>
          <p:nvPr/>
        </p:nvSpPr>
        <p:spPr>
          <a:xfrm>
            <a:off x="243840" y="29170"/>
            <a:ext cx="1981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5400" dirty="0">
                <a:solidFill>
                  <a:schemeClr val="bg1"/>
                </a:solidFill>
                <a:latin typeface="Magneto" panose="04030805050802020D02" pitchFamily="82" charset="0"/>
              </a:rPr>
              <a:t>PBK</a:t>
            </a:r>
            <a:endParaRPr lang="zh-TW" altLang="en-US" sz="5400" dirty="0">
              <a:solidFill>
                <a:schemeClr val="bg1"/>
              </a:solidFill>
              <a:latin typeface="Magneto" panose="04030805050802020D02" pitchFamily="82" charset="0"/>
            </a:endParaRPr>
          </a:p>
        </p:txBody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DDD30767-8B9D-D1FD-523F-9F3E8E8243AC}"/>
              </a:ext>
            </a:extLst>
          </p:cNvPr>
          <p:cNvSpPr/>
          <p:nvPr/>
        </p:nvSpPr>
        <p:spPr>
          <a:xfrm>
            <a:off x="0" y="845820"/>
            <a:ext cx="17279938" cy="8945880"/>
          </a:xfrm>
          <a:prstGeom prst="roundRect">
            <a:avLst>
              <a:gd name="adj" fmla="val 0"/>
            </a:avLst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BC87B720-82BE-2875-5FA0-73D229956166}"/>
              </a:ext>
            </a:extLst>
          </p:cNvPr>
          <p:cNvSpPr txBox="1"/>
          <p:nvPr/>
        </p:nvSpPr>
        <p:spPr>
          <a:xfrm>
            <a:off x="3315474" y="75336"/>
            <a:ext cx="141577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4800" dirty="0">
                <a:solidFill>
                  <a:schemeClr val="bg1"/>
                </a:solidFill>
                <a:latin typeface="Adobe 繁黑體 Std B" panose="020B0700000000000000" pitchFamily="34" charset="-120"/>
                <a:ea typeface="Adobe 繁黑體 Std B" panose="020B0700000000000000" pitchFamily="34" charset="-120"/>
              </a:rPr>
              <a:t>首頁</a:t>
            </a: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58FEBEF8-794D-FA85-E118-DBB262F0FCA6}"/>
              </a:ext>
            </a:extLst>
          </p:cNvPr>
          <p:cNvSpPr txBox="1"/>
          <p:nvPr/>
        </p:nvSpPr>
        <p:spPr>
          <a:xfrm>
            <a:off x="6424434" y="75336"/>
            <a:ext cx="141577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4800" dirty="0">
                <a:solidFill>
                  <a:schemeClr val="bg1"/>
                </a:solidFill>
                <a:latin typeface="Adobe 繁黑體 Std B" panose="020B0700000000000000" pitchFamily="34" charset="-120"/>
                <a:ea typeface="Adobe 繁黑體 Std B" panose="020B0700000000000000" pitchFamily="34" charset="-120"/>
              </a:rPr>
              <a:t>狀態</a:t>
            </a:r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887F0203-AFCA-C58B-669E-ED6A73ABF749}"/>
              </a:ext>
            </a:extLst>
          </p:cNvPr>
          <p:cNvSpPr txBox="1"/>
          <p:nvPr/>
        </p:nvSpPr>
        <p:spPr>
          <a:xfrm>
            <a:off x="9533394" y="75336"/>
            <a:ext cx="141577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4800" dirty="0">
                <a:solidFill>
                  <a:schemeClr val="bg1"/>
                </a:solidFill>
                <a:latin typeface="Adobe 繁黑體 Std B" panose="020B0700000000000000" pitchFamily="34" charset="-120"/>
                <a:ea typeface="Adobe 繁黑體 Std B" panose="020B0700000000000000" pitchFamily="34" charset="-120"/>
              </a:rPr>
              <a:t>設定</a:t>
            </a:r>
          </a:p>
        </p:txBody>
      </p:sp>
      <p:cxnSp>
        <p:nvCxnSpPr>
          <p:cNvPr id="2" name="直線接點 1">
            <a:extLst>
              <a:ext uri="{FF2B5EF4-FFF2-40B4-BE49-F238E27FC236}">
                <a16:creationId xmlns:a16="http://schemas.microsoft.com/office/drawing/2014/main" id="{5EA8E284-2869-82A7-D754-54B64835FD36}"/>
              </a:ext>
            </a:extLst>
          </p:cNvPr>
          <p:cNvCxnSpPr>
            <a:cxnSpLocks/>
          </p:cNvCxnSpPr>
          <p:nvPr/>
        </p:nvCxnSpPr>
        <p:spPr>
          <a:xfrm>
            <a:off x="5577840" y="58052"/>
            <a:ext cx="0" cy="749783"/>
          </a:xfrm>
          <a:prstGeom prst="line">
            <a:avLst/>
          </a:prstGeom>
          <a:ln w="5715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矩形: 圓角 3">
            <a:extLst>
              <a:ext uri="{FF2B5EF4-FFF2-40B4-BE49-F238E27FC236}">
                <a16:creationId xmlns:a16="http://schemas.microsoft.com/office/drawing/2014/main" id="{A1C6F9B1-0FCA-8803-886F-FE74C6A7766F}"/>
              </a:ext>
            </a:extLst>
          </p:cNvPr>
          <p:cNvSpPr/>
          <p:nvPr/>
        </p:nvSpPr>
        <p:spPr>
          <a:xfrm>
            <a:off x="162719" y="1293590"/>
            <a:ext cx="16954500" cy="6303016"/>
          </a:xfrm>
          <a:prstGeom prst="roundRect">
            <a:avLst>
              <a:gd name="adj" fmla="val 8111"/>
            </a:avLst>
          </a:prstGeom>
          <a:solidFill>
            <a:schemeClr val="tx1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n w="28575">
                <a:solidFill>
                  <a:schemeClr val="bg1"/>
                </a:solidFill>
              </a:ln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B6A50B0B-1229-AAC4-5360-1C6448ACD0DF}"/>
              </a:ext>
            </a:extLst>
          </p:cNvPr>
          <p:cNvSpPr txBox="1"/>
          <p:nvPr/>
        </p:nvSpPr>
        <p:spPr>
          <a:xfrm>
            <a:off x="1436330" y="1553031"/>
            <a:ext cx="269176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4800" dirty="0">
                <a:solidFill>
                  <a:schemeClr val="bg1"/>
                </a:solidFill>
                <a:latin typeface="Adobe 繁黑體 Std B" panose="020B0700000000000000" pitchFamily="34" charset="-120"/>
                <a:ea typeface="Adobe 繁黑體 Std B" panose="020B0700000000000000" pitchFamily="34" charset="-120"/>
              </a:rPr>
              <a:t>HMI</a:t>
            </a:r>
            <a:r>
              <a:rPr lang="zh-TW" altLang="en-US" sz="4800" dirty="0">
                <a:solidFill>
                  <a:schemeClr val="bg1"/>
                </a:solidFill>
                <a:latin typeface="Adobe 繁黑體 Std B" panose="020B0700000000000000" pitchFamily="34" charset="-120"/>
                <a:ea typeface="Adobe 繁黑體 Std B" panose="020B0700000000000000" pitchFamily="34" charset="-120"/>
              </a:rPr>
              <a:t> 版本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BB69CA31-60C6-BCE2-07FD-01CB3221E453}"/>
              </a:ext>
            </a:extLst>
          </p:cNvPr>
          <p:cNvSpPr txBox="1"/>
          <p:nvPr/>
        </p:nvSpPr>
        <p:spPr>
          <a:xfrm>
            <a:off x="1436330" y="2540575"/>
            <a:ext cx="289213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4800" dirty="0">
                <a:solidFill>
                  <a:schemeClr val="bg1"/>
                </a:solidFill>
                <a:latin typeface="Adobe 繁黑體 Std B" panose="020B0700000000000000" pitchFamily="34" charset="-120"/>
                <a:ea typeface="Adobe 繁黑體 Std B" panose="020B0700000000000000" pitchFamily="34" charset="-120"/>
              </a:rPr>
              <a:t>MCU</a:t>
            </a:r>
            <a:r>
              <a:rPr lang="zh-TW" altLang="en-US" sz="4800" dirty="0">
                <a:solidFill>
                  <a:schemeClr val="bg1"/>
                </a:solidFill>
                <a:latin typeface="Adobe 繁黑體 Std B" panose="020B0700000000000000" pitchFamily="34" charset="-120"/>
                <a:ea typeface="Adobe 繁黑體 Std B" panose="020B0700000000000000" pitchFamily="34" charset="-120"/>
              </a:rPr>
              <a:t> 版本</a:t>
            </a:r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E3EE525B-BB62-4D51-F4EE-40D087BE8C58}"/>
              </a:ext>
            </a:extLst>
          </p:cNvPr>
          <p:cNvSpPr txBox="1"/>
          <p:nvPr/>
        </p:nvSpPr>
        <p:spPr>
          <a:xfrm>
            <a:off x="1436330" y="3528119"/>
            <a:ext cx="264687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4800" dirty="0">
                <a:solidFill>
                  <a:schemeClr val="bg1"/>
                </a:solidFill>
                <a:latin typeface="Adobe 繁黑體 Std B" panose="020B0700000000000000" pitchFamily="34" charset="-120"/>
                <a:ea typeface="Adobe 繁黑體 Std B" panose="020B0700000000000000" pitchFamily="34" charset="-120"/>
              </a:rPr>
              <a:t>開源資訊</a:t>
            </a:r>
          </a:p>
        </p:txBody>
      </p: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9F0EE52B-300C-076B-8CD2-ECB2EEDFBF38}"/>
              </a:ext>
            </a:extLst>
          </p:cNvPr>
          <p:cNvSpPr txBox="1"/>
          <p:nvPr/>
        </p:nvSpPr>
        <p:spPr>
          <a:xfrm>
            <a:off x="14232829" y="8419567"/>
            <a:ext cx="320173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4800" dirty="0">
                <a:solidFill>
                  <a:srgbClr val="7F7F7F"/>
                </a:solidFill>
                <a:latin typeface="Adobe 繁黑體 Std B" panose="020B0700000000000000" pitchFamily="34" charset="-120"/>
                <a:ea typeface="Adobe 繁黑體 Std B" panose="020B0700000000000000" pitchFamily="34" charset="-120"/>
              </a:rPr>
              <a:t>下一頁 </a:t>
            </a:r>
            <a:r>
              <a:rPr lang="en-US" altLang="zh-TW" sz="4800" dirty="0">
                <a:solidFill>
                  <a:srgbClr val="7F7F7F"/>
                </a:solidFill>
                <a:latin typeface="Adobe 繁黑體 Std B" panose="020B0700000000000000" pitchFamily="34" charset="-120"/>
                <a:ea typeface="Adobe 繁黑體 Std B" panose="020B0700000000000000" pitchFamily="34" charset="-120"/>
              </a:rPr>
              <a:t>&gt;</a:t>
            </a:r>
            <a:endParaRPr lang="zh-TW" altLang="en-US" sz="4800" dirty="0">
              <a:solidFill>
                <a:srgbClr val="7F7F7F"/>
              </a:solidFill>
              <a:latin typeface="Adobe 繁黑體 Std B" panose="020B0700000000000000" pitchFamily="34" charset="-120"/>
              <a:ea typeface="Adobe 繁黑體 Std B" panose="020B0700000000000000" pitchFamily="34" charset="-120"/>
            </a:endParaRPr>
          </a:p>
        </p:txBody>
      </p:sp>
      <p:sp>
        <p:nvSpPr>
          <p:cNvPr id="26" name="文字方塊 25">
            <a:extLst>
              <a:ext uri="{FF2B5EF4-FFF2-40B4-BE49-F238E27FC236}">
                <a16:creationId xmlns:a16="http://schemas.microsoft.com/office/drawing/2014/main" id="{606F317B-65E4-A0B9-A3CF-564BAE0D71D0}"/>
              </a:ext>
            </a:extLst>
          </p:cNvPr>
          <p:cNvSpPr txBox="1"/>
          <p:nvPr/>
        </p:nvSpPr>
        <p:spPr>
          <a:xfrm>
            <a:off x="447970" y="8419566"/>
            <a:ext cx="320173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800" dirty="0">
                <a:solidFill>
                  <a:schemeClr val="bg1"/>
                </a:solidFill>
                <a:latin typeface="Adobe 繁黑體 Std B" panose="020B0700000000000000" pitchFamily="34" charset="-120"/>
                <a:ea typeface="Adobe 繁黑體 Std B" panose="020B0700000000000000" pitchFamily="34" charset="-120"/>
              </a:rPr>
              <a:t>&lt;</a:t>
            </a:r>
            <a:r>
              <a:rPr lang="zh-TW" altLang="en-US" sz="4800" dirty="0">
                <a:solidFill>
                  <a:schemeClr val="bg1"/>
                </a:solidFill>
                <a:latin typeface="Adobe 繁黑體 Std B" panose="020B0700000000000000" pitchFamily="34" charset="-120"/>
                <a:ea typeface="Adobe 繁黑體 Std B" panose="020B0700000000000000" pitchFamily="34" charset="-120"/>
              </a:rPr>
              <a:t> 上一頁</a:t>
            </a: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8770543D-78EF-5810-41CA-17EE5D305758}"/>
              </a:ext>
            </a:extLst>
          </p:cNvPr>
          <p:cNvSpPr txBox="1"/>
          <p:nvPr/>
        </p:nvSpPr>
        <p:spPr>
          <a:xfrm>
            <a:off x="7618194" y="8419566"/>
            <a:ext cx="204355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4800" dirty="0">
                <a:solidFill>
                  <a:schemeClr val="bg1"/>
                </a:solidFill>
                <a:latin typeface="Adobe 繁黑體 Std B" panose="020B0700000000000000" pitchFamily="34" charset="-120"/>
                <a:ea typeface="Adobe 繁黑體 Std B" panose="020B0700000000000000" pitchFamily="34" charset="-120"/>
              </a:rPr>
              <a:t>第 </a:t>
            </a:r>
            <a:r>
              <a:rPr lang="en-US" altLang="zh-TW" sz="4800" dirty="0">
                <a:solidFill>
                  <a:schemeClr val="bg1"/>
                </a:solidFill>
                <a:latin typeface="Adobe 繁黑體 Std B" panose="020B0700000000000000" pitchFamily="34" charset="-120"/>
                <a:ea typeface="Adobe 繁黑體 Std B" panose="020B0700000000000000" pitchFamily="34" charset="-120"/>
              </a:rPr>
              <a:t>3 </a:t>
            </a:r>
            <a:r>
              <a:rPr lang="zh-TW" altLang="en-US" sz="4800" dirty="0">
                <a:solidFill>
                  <a:schemeClr val="bg1"/>
                </a:solidFill>
                <a:latin typeface="Adobe 繁黑體 Std B" panose="020B0700000000000000" pitchFamily="34" charset="-120"/>
                <a:ea typeface="Adobe 繁黑體 Std B" panose="020B0700000000000000" pitchFamily="34" charset="-120"/>
              </a:rPr>
              <a:t>頁</a:t>
            </a:r>
          </a:p>
        </p:txBody>
      </p:sp>
      <p:pic>
        <p:nvPicPr>
          <p:cNvPr id="1026" name="Picture 2" descr="More Info Icon SVG Vector &amp; PNG Free Download | UXWing">
            <a:extLst>
              <a:ext uri="{FF2B5EF4-FFF2-40B4-BE49-F238E27FC236}">
                <a16:creationId xmlns:a16="http://schemas.microsoft.com/office/drawing/2014/main" id="{49EF6C45-8755-7B8B-4102-0E20B0F71E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2372" y="1627534"/>
            <a:ext cx="635606" cy="6356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圖片 22" descr="一張含有 黑色, 黑暗, space, 月亮 的圖片&#10;&#10;AI 產生的內容可能不正確。">
            <a:extLst>
              <a:ext uri="{FF2B5EF4-FFF2-40B4-BE49-F238E27FC236}">
                <a16:creationId xmlns:a16="http://schemas.microsoft.com/office/drawing/2014/main" id="{8C9F8760-2454-84AB-B4AA-E741E500164D}"/>
              </a:ext>
            </a:extLst>
          </p:cNvPr>
          <p:cNvPicPr>
            <a:picLocks noChangeAspect="1"/>
          </p:cNvPicPr>
          <p:nvPr/>
        </p:nvPicPr>
        <p:blipFill>
          <a:blip r:embed="rId4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445" t="3729" b="1"/>
          <a:stretch>
            <a:fillRect/>
          </a:stretch>
        </p:blipFill>
        <p:spPr>
          <a:xfrm>
            <a:off x="13059508" y="3575009"/>
            <a:ext cx="3498886" cy="3525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30802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E9BD93A-B555-A019-07A9-4BD14B1794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拱形 19">
            <a:extLst>
              <a:ext uri="{FF2B5EF4-FFF2-40B4-BE49-F238E27FC236}">
                <a16:creationId xmlns:a16="http://schemas.microsoft.com/office/drawing/2014/main" id="{4664A367-D18C-8BFD-C330-624EDEA847FD}"/>
              </a:ext>
            </a:extLst>
          </p:cNvPr>
          <p:cNvSpPr/>
          <p:nvPr/>
        </p:nvSpPr>
        <p:spPr>
          <a:xfrm>
            <a:off x="4563269" y="1329690"/>
            <a:ext cx="8153400" cy="8153400"/>
          </a:xfrm>
          <a:prstGeom prst="blockArc">
            <a:avLst>
              <a:gd name="adj1" fmla="val 6680888"/>
              <a:gd name="adj2" fmla="val 9213370"/>
              <a:gd name="adj3" fmla="val 10492"/>
            </a:avLst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  <a:effectLst>
                <a:glow>
                  <a:schemeClr val="accent1">
                    <a:alpha val="40000"/>
                  </a:schemeClr>
                </a:glow>
              </a:effectLst>
            </a:endParaRPr>
          </a:p>
        </p:txBody>
      </p:sp>
      <p:sp>
        <p:nvSpPr>
          <p:cNvPr id="21" name="拱形 20">
            <a:extLst>
              <a:ext uri="{FF2B5EF4-FFF2-40B4-BE49-F238E27FC236}">
                <a16:creationId xmlns:a16="http://schemas.microsoft.com/office/drawing/2014/main" id="{0D56B228-B5BF-A2D6-268A-944260FAB393}"/>
              </a:ext>
            </a:extLst>
          </p:cNvPr>
          <p:cNvSpPr/>
          <p:nvPr/>
        </p:nvSpPr>
        <p:spPr>
          <a:xfrm rot="3300000">
            <a:off x="4563269" y="1329690"/>
            <a:ext cx="8153400" cy="8153400"/>
          </a:xfrm>
          <a:prstGeom prst="blockArc">
            <a:avLst>
              <a:gd name="adj1" fmla="val 6680888"/>
              <a:gd name="adj2" fmla="val 9213370"/>
              <a:gd name="adj3" fmla="val 10492"/>
            </a:avLst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  <a:effectLst>
                <a:glow>
                  <a:schemeClr val="accent1">
                    <a:alpha val="40000"/>
                  </a:schemeClr>
                </a:glow>
              </a:effectLst>
            </a:endParaRPr>
          </a:p>
        </p:txBody>
      </p:sp>
      <p:sp>
        <p:nvSpPr>
          <p:cNvPr id="22" name="拱形 21">
            <a:extLst>
              <a:ext uri="{FF2B5EF4-FFF2-40B4-BE49-F238E27FC236}">
                <a16:creationId xmlns:a16="http://schemas.microsoft.com/office/drawing/2014/main" id="{1F19BA46-AABA-32BC-32F6-4CA6795475AF}"/>
              </a:ext>
            </a:extLst>
          </p:cNvPr>
          <p:cNvSpPr/>
          <p:nvPr/>
        </p:nvSpPr>
        <p:spPr>
          <a:xfrm rot="6600000">
            <a:off x="4563269" y="1329690"/>
            <a:ext cx="8153400" cy="8153400"/>
          </a:xfrm>
          <a:prstGeom prst="blockArc">
            <a:avLst>
              <a:gd name="adj1" fmla="val 6680888"/>
              <a:gd name="adj2" fmla="val 9213370"/>
              <a:gd name="adj3" fmla="val 10492"/>
            </a:avLst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  <a:effectLst>
                <a:glow>
                  <a:schemeClr val="accent1">
                    <a:alpha val="40000"/>
                  </a:schemeClr>
                </a:glow>
              </a:effectLst>
            </a:endParaRPr>
          </a:p>
        </p:txBody>
      </p:sp>
      <p:sp>
        <p:nvSpPr>
          <p:cNvPr id="24" name="拱形 23">
            <a:extLst>
              <a:ext uri="{FF2B5EF4-FFF2-40B4-BE49-F238E27FC236}">
                <a16:creationId xmlns:a16="http://schemas.microsoft.com/office/drawing/2014/main" id="{175C87A9-9CEA-6317-C055-2720C2BF5775}"/>
              </a:ext>
            </a:extLst>
          </p:cNvPr>
          <p:cNvSpPr/>
          <p:nvPr/>
        </p:nvSpPr>
        <p:spPr>
          <a:xfrm rot="9900000">
            <a:off x="4563270" y="1329691"/>
            <a:ext cx="8153400" cy="8153400"/>
          </a:xfrm>
          <a:prstGeom prst="blockArc">
            <a:avLst>
              <a:gd name="adj1" fmla="val 6680888"/>
              <a:gd name="adj2" fmla="val 9213370"/>
              <a:gd name="adj3" fmla="val 10492"/>
            </a:avLst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  <a:effectLst>
                <a:glow>
                  <a:schemeClr val="accent1">
                    <a:alpha val="40000"/>
                  </a:schemeClr>
                </a:glow>
              </a:effectLst>
            </a:endParaRPr>
          </a:p>
        </p:txBody>
      </p:sp>
      <p:sp>
        <p:nvSpPr>
          <p:cNvPr id="25" name="拱形 24">
            <a:extLst>
              <a:ext uri="{FF2B5EF4-FFF2-40B4-BE49-F238E27FC236}">
                <a16:creationId xmlns:a16="http://schemas.microsoft.com/office/drawing/2014/main" id="{590FE337-F4C4-948C-76F3-F12ED3976991}"/>
              </a:ext>
            </a:extLst>
          </p:cNvPr>
          <p:cNvSpPr/>
          <p:nvPr/>
        </p:nvSpPr>
        <p:spPr>
          <a:xfrm rot="13200000">
            <a:off x="4563270" y="1329691"/>
            <a:ext cx="8153400" cy="8153400"/>
          </a:xfrm>
          <a:prstGeom prst="blockArc">
            <a:avLst>
              <a:gd name="adj1" fmla="val 6680888"/>
              <a:gd name="adj2" fmla="val 9213370"/>
              <a:gd name="adj3" fmla="val 10492"/>
            </a:avLst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  <a:effectLst>
                <a:glow>
                  <a:schemeClr val="accent1">
                    <a:alpha val="40000"/>
                  </a:schemeClr>
                </a:glow>
              </a:effectLst>
            </a:endParaRPr>
          </a:p>
        </p:txBody>
      </p:sp>
      <p:sp>
        <p:nvSpPr>
          <p:cNvPr id="26" name="拱形 25">
            <a:extLst>
              <a:ext uri="{FF2B5EF4-FFF2-40B4-BE49-F238E27FC236}">
                <a16:creationId xmlns:a16="http://schemas.microsoft.com/office/drawing/2014/main" id="{1805C143-5F9D-DEDB-DA8D-F1FC0AA99141}"/>
              </a:ext>
            </a:extLst>
          </p:cNvPr>
          <p:cNvSpPr/>
          <p:nvPr/>
        </p:nvSpPr>
        <p:spPr>
          <a:xfrm rot="16500000">
            <a:off x="4563270" y="1329691"/>
            <a:ext cx="8153400" cy="8153400"/>
          </a:xfrm>
          <a:prstGeom prst="blockArc">
            <a:avLst>
              <a:gd name="adj1" fmla="val 6680888"/>
              <a:gd name="adj2" fmla="val 9213370"/>
              <a:gd name="adj3" fmla="val 10492"/>
            </a:avLst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  <a:effectLst>
                <a:glow>
                  <a:schemeClr val="accent1">
                    <a:alpha val="40000"/>
                  </a:schemeClr>
                </a:glow>
              </a:effectLst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63A1183-78C4-181F-8173-4FC824935064}"/>
              </a:ext>
            </a:extLst>
          </p:cNvPr>
          <p:cNvSpPr txBox="1"/>
          <p:nvPr/>
        </p:nvSpPr>
        <p:spPr>
          <a:xfrm>
            <a:off x="7310666" y="2713345"/>
            <a:ext cx="2658606" cy="5386090"/>
          </a:xfrm>
          <a:prstGeom prst="rect">
            <a:avLst/>
          </a:prstGeom>
          <a:noFill/>
          <a:effectLst>
            <a:glow rad="38100">
              <a:schemeClr val="bg1"/>
            </a:glow>
          </a:effectLst>
        </p:spPr>
        <p:txBody>
          <a:bodyPr wrap="square" rtlCol="0">
            <a:spAutoFit/>
          </a:bodyPr>
          <a:lstStyle/>
          <a:p>
            <a:r>
              <a:rPr lang="en-US" altLang="zh-TW" sz="34400" dirty="0">
                <a:solidFill>
                  <a:schemeClr val="bg1"/>
                </a:solidFill>
                <a:ea typeface="Adobe 繁黑體 Std B" panose="020B0700000000000000" pitchFamily="34" charset="-120"/>
              </a:rPr>
              <a:t>0</a:t>
            </a:r>
            <a:endParaRPr lang="zh-TW" altLang="en-US" sz="34400" dirty="0">
              <a:solidFill>
                <a:schemeClr val="bg1"/>
              </a:solidFill>
              <a:ea typeface="Adobe 繁黑體 Std B" panose="020B0700000000000000" pitchFamily="34" charset="-120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BECDADD3-D9DE-A58C-5F77-45FA9A98E49D}"/>
              </a:ext>
            </a:extLst>
          </p:cNvPr>
          <p:cNvSpPr txBox="1"/>
          <p:nvPr/>
        </p:nvSpPr>
        <p:spPr>
          <a:xfrm>
            <a:off x="1016534" y="1106583"/>
            <a:ext cx="1981200" cy="3770263"/>
          </a:xfrm>
          <a:prstGeom prst="rect">
            <a:avLst/>
          </a:prstGeom>
          <a:noFill/>
          <a:effectLst>
            <a:glow rad="38100">
              <a:schemeClr val="bg1"/>
            </a:glow>
          </a:effectLst>
        </p:spPr>
        <p:txBody>
          <a:bodyPr wrap="square" rtlCol="0">
            <a:spAutoFit/>
          </a:bodyPr>
          <a:lstStyle/>
          <a:p>
            <a:r>
              <a:rPr lang="en-US" altLang="zh-TW" sz="23900" dirty="0">
                <a:solidFill>
                  <a:srgbClr val="7F7F7F"/>
                </a:solidFill>
                <a:effectLst/>
                <a:ea typeface="Adobe 繁黑體 Std B" panose="020B0700000000000000" pitchFamily="34" charset="-120"/>
              </a:rPr>
              <a:t>L</a:t>
            </a:r>
            <a:endParaRPr lang="zh-TW" altLang="en-US" sz="23900" dirty="0">
              <a:solidFill>
                <a:srgbClr val="7F7F7F"/>
              </a:solidFill>
              <a:effectLst/>
              <a:ea typeface="Adobe 繁黑體 Std B" panose="020B0700000000000000" pitchFamily="34" charset="-120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060B5CF8-4864-9CB4-6C0B-7B31C20CB3D8}"/>
              </a:ext>
            </a:extLst>
          </p:cNvPr>
          <p:cNvSpPr txBox="1"/>
          <p:nvPr/>
        </p:nvSpPr>
        <p:spPr>
          <a:xfrm>
            <a:off x="14203605" y="1106582"/>
            <a:ext cx="1981200" cy="3770263"/>
          </a:xfrm>
          <a:prstGeom prst="rect">
            <a:avLst/>
          </a:prstGeom>
          <a:noFill/>
          <a:effectLst>
            <a:glow rad="38100">
              <a:schemeClr val="bg1"/>
            </a:glow>
          </a:effectLst>
        </p:spPr>
        <p:txBody>
          <a:bodyPr wrap="square" rtlCol="0">
            <a:spAutoFit/>
          </a:bodyPr>
          <a:lstStyle/>
          <a:p>
            <a:r>
              <a:rPr lang="en-US" altLang="zh-TW" sz="23900" dirty="0">
                <a:solidFill>
                  <a:srgbClr val="7F7F7F"/>
                </a:solidFill>
                <a:effectLst/>
                <a:ea typeface="Adobe 繁黑體 Std B" panose="020B0700000000000000" pitchFamily="34" charset="-120"/>
              </a:rPr>
              <a:t>R</a:t>
            </a:r>
            <a:endParaRPr lang="zh-TW" altLang="en-US" sz="23900" dirty="0">
              <a:solidFill>
                <a:srgbClr val="7F7F7F"/>
              </a:solidFill>
              <a:effectLst/>
              <a:ea typeface="Adobe 繁黑體 Std B" panose="020B0700000000000000" pitchFamily="34" charset="-120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89AA3D9F-9766-8B2B-7072-FCAC964FE184}"/>
              </a:ext>
            </a:extLst>
          </p:cNvPr>
          <p:cNvSpPr txBox="1"/>
          <p:nvPr/>
        </p:nvSpPr>
        <p:spPr>
          <a:xfrm>
            <a:off x="1501176" y="5429870"/>
            <a:ext cx="1584613" cy="1862048"/>
          </a:xfrm>
          <a:prstGeom prst="rect">
            <a:avLst/>
          </a:prstGeom>
          <a:noFill/>
          <a:effectLst>
            <a:glow rad="38100">
              <a:schemeClr val="bg1"/>
            </a:glow>
          </a:effectLst>
        </p:spPr>
        <p:txBody>
          <a:bodyPr wrap="square" rtlCol="0">
            <a:spAutoFit/>
          </a:bodyPr>
          <a:lstStyle/>
          <a:p>
            <a:r>
              <a:rPr lang="en-US" altLang="zh-TW" sz="11500" dirty="0">
                <a:solidFill>
                  <a:srgbClr val="7F7F7F"/>
                </a:solidFill>
                <a:effectLst/>
                <a:ea typeface="Adobe 繁黑體 Std B" panose="020B0700000000000000" pitchFamily="34" charset="-120"/>
              </a:rPr>
              <a:t>L</a:t>
            </a:r>
            <a:endParaRPr lang="zh-TW" altLang="en-US" sz="11500" dirty="0">
              <a:solidFill>
                <a:srgbClr val="7F7F7F"/>
              </a:solidFill>
              <a:effectLst/>
              <a:ea typeface="Adobe 繁黑體 Std B" panose="020B0700000000000000" pitchFamily="34" charset="-120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1B7FBD08-C7DB-B6F9-9D74-D1933112C039}"/>
              </a:ext>
            </a:extLst>
          </p:cNvPr>
          <p:cNvSpPr txBox="1"/>
          <p:nvPr/>
        </p:nvSpPr>
        <p:spPr>
          <a:xfrm>
            <a:off x="421449" y="7084800"/>
            <a:ext cx="3992635" cy="1862048"/>
          </a:xfrm>
          <a:prstGeom prst="rect">
            <a:avLst/>
          </a:prstGeom>
          <a:noFill/>
          <a:effectLst>
            <a:glow rad="38100">
              <a:schemeClr val="bg1"/>
            </a:glow>
          </a:effectLst>
        </p:spPr>
        <p:txBody>
          <a:bodyPr wrap="square" rtlCol="0">
            <a:spAutoFit/>
          </a:bodyPr>
          <a:lstStyle/>
          <a:p>
            <a:r>
              <a:rPr lang="en-US" altLang="zh-TW" sz="11500" dirty="0">
                <a:solidFill>
                  <a:srgbClr val="7F7F7F"/>
                </a:solidFill>
                <a:effectLst/>
                <a:ea typeface="Adobe 繁黑體 Std B" panose="020B0700000000000000" pitchFamily="34" charset="-120"/>
              </a:rPr>
              <a:t>CNC</a:t>
            </a:r>
            <a:endParaRPr lang="zh-TW" altLang="en-US" sz="11500" dirty="0">
              <a:solidFill>
                <a:srgbClr val="7F7F7F"/>
              </a:solidFill>
              <a:effectLst/>
              <a:ea typeface="Adobe 繁黑體 Std B" panose="020B0700000000000000" pitchFamily="34" charset="-120"/>
            </a:endParaRP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E32C90D9-6707-792A-0F46-6A1A66513A68}"/>
              </a:ext>
            </a:extLst>
          </p:cNvPr>
          <p:cNvSpPr txBox="1"/>
          <p:nvPr/>
        </p:nvSpPr>
        <p:spPr>
          <a:xfrm>
            <a:off x="14723400" y="4536000"/>
            <a:ext cx="1584613" cy="1862048"/>
          </a:xfrm>
          <a:prstGeom prst="rect">
            <a:avLst/>
          </a:prstGeom>
          <a:noFill/>
          <a:effectLst>
            <a:glow rad="38100">
              <a:schemeClr val="bg1"/>
            </a:glow>
          </a:effectLst>
        </p:spPr>
        <p:txBody>
          <a:bodyPr wrap="square" rtlCol="0">
            <a:spAutoFit/>
          </a:bodyPr>
          <a:lstStyle/>
          <a:p>
            <a:r>
              <a:rPr lang="en-US" altLang="zh-TW" sz="11500" dirty="0">
                <a:solidFill>
                  <a:srgbClr val="7F7F7F"/>
                </a:solidFill>
                <a:effectLst/>
                <a:ea typeface="Adobe 繁黑體 Std B" panose="020B0700000000000000" pitchFamily="34" charset="-120"/>
              </a:rPr>
              <a:t>R</a:t>
            </a:r>
            <a:endParaRPr lang="zh-TW" altLang="en-US" sz="11500" dirty="0">
              <a:solidFill>
                <a:srgbClr val="7F7F7F"/>
              </a:solidFill>
              <a:effectLst/>
              <a:ea typeface="Adobe 繁黑體 Std B" panose="020B0700000000000000" pitchFamily="34" charset="-120"/>
            </a:endParaRP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05F554BE-6AC7-6B37-2AD6-E14D772EED7B}"/>
              </a:ext>
            </a:extLst>
          </p:cNvPr>
          <p:cNvSpPr txBox="1"/>
          <p:nvPr/>
        </p:nvSpPr>
        <p:spPr>
          <a:xfrm>
            <a:off x="14295553" y="7848000"/>
            <a:ext cx="1981200" cy="1862048"/>
          </a:xfrm>
          <a:prstGeom prst="rect">
            <a:avLst/>
          </a:prstGeom>
          <a:noFill/>
          <a:effectLst>
            <a:glow rad="38100">
              <a:schemeClr val="bg1"/>
            </a:glow>
          </a:effectLst>
        </p:spPr>
        <p:txBody>
          <a:bodyPr wrap="square" rtlCol="0">
            <a:spAutoFit/>
          </a:bodyPr>
          <a:lstStyle/>
          <a:p>
            <a:r>
              <a:rPr lang="en-US" altLang="zh-TW" sz="11500" dirty="0">
                <a:solidFill>
                  <a:srgbClr val="7F7F7F"/>
                </a:solidFill>
                <a:effectLst/>
                <a:ea typeface="Adobe 繁黑體 Std B" panose="020B0700000000000000" pitchFamily="34" charset="-120"/>
              </a:rPr>
              <a:t>RF</a:t>
            </a:r>
            <a:endParaRPr lang="zh-TW" altLang="en-US" sz="11500" dirty="0">
              <a:solidFill>
                <a:srgbClr val="7F7F7F"/>
              </a:solidFill>
              <a:effectLst/>
              <a:ea typeface="Adobe 繁黑體 Std B" panose="020B0700000000000000" pitchFamily="34" charset="-120"/>
            </a:endParaRP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E81796E9-47A9-7B25-0826-F0678470C0A5}"/>
              </a:ext>
            </a:extLst>
          </p:cNvPr>
          <p:cNvSpPr txBox="1"/>
          <p:nvPr/>
        </p:nvSpPr>
        <p:spPr>
          <a:xfrm>
            <a:off x="13571064" y="6192000"/>
            <a:ext cx="3583699" cy="1862048"/>
          </a:xfrm>
          <a:prstGeom prst="rect">
            <a:avLst/>
          </a:prstGeom>
          <a:noFill/>
          <a:effectLst>
            <a:glow rad="38100">
              <a:schemeClr val="bg1"/>
            </a:glow>
          </a:effectLst>
        </p:spPr>
        <p:txBody>
          <a:bodyPr wrap="square" rtlCol="0">
            <a:spAutoFit/>
          </a:bodyPr>
          <a:lstStyle/>
          <a:p>
            <a:r>
              <a:rPr lang="en-US" altLang="zh-TW" sz="11500" dirty="0">
                <a:solidFill>
                  <a:srgbClr val="7F7F7F"/>
                </a:solidFill>
                <a:effectLst/>
                <a:ea typeface="Adobe 繁黑體 Std B" panose="020B0700000000000000" pitchFamily="34" charset="-120"/>
              </a:rPr>
              <a:t>MAN</a:t>
            </a:r>
            <a:endParaRPr lang="zh-TW" altLang="en-US" sz="11500" dirty="0">
              <a:solidFill>
                <a:srgbClr val="7F7F7F"/>
              </a:solidFill>
              <a:effectLst/>
              <a:ea typeface="Adobe 繁黑體 Std B" panose="020B0700000000000000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2510827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2767D8E-3EA1-5108-547C-023AA019A1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拱形 19">
            <a:extLst>
              <a:ext uri="{FF2B5EF4-FFF2-40B4-BE49-F238E27FC236}">
                <a16:creationId xmlns:a16="http://schemas.microsoft.com/office/drawing/2014/main" id="{A5B2310D-0053-A952-56E1-07A821273493}"/>
              </a:ext>
            </a:extLst>
          </p:cNvPr>
          <p:cNvSpPr/>
          <p:nvPr/>
        </p:nvSpPr>
        <p:spPr>
          <a:xfrm>
            <a:off x="4563269" y="1329690"/>
            <a:ext cx="8153400" cy="8153400"/>
          </a:xfrm>
          <a:prstGeom prst="blockArc">
            <a:avLst>
              <a:gd name="adj1" fmla="val 6680888"/>
              <a:gd name="adj2" fmla="val 9213370"/>
              <a:gd name="adj3" fmla="val 10492"/>
            </a:avLst>
          </a:prstGeom>
          <a:solidFill>
            <a:schemeClr val="bg1"/>
          </a:solidFill>
          <a:ln>
            <a:noFill/>
          </a:ln>
          <a:effectLst>
            <a:glow rad="558800">
              <a:schemeClr val="bg1">
                <a:lumMod val="95000"/>
                <a:alpha val="58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  <a:effectLst>
                <a:glow>
                  <a:schemeClr val="accent1">
                    <a:alpha val="40000"/>
                  </a:schemeClr>
                </a:glow>
              </a:effectLst>
            </a:endParaRPr>
          </a:p>
        </p:txBody>
      </p:sp>
      <p:sp>
        <p:nvSpPr>
          <p:cNvPr id="7" name="拱形 6">
            <a:extLst>
              <a:ext uri="{FF2B5EF4-FFF2-40B4-BE49-F238E27FC236}">
                <a16:creationId xmlns:a16="http://schemas.microsoft.com/office/drawing/2014/main" id="{091C2331-1676-C655-69A3-A71FFA6AD19E}"/>
              </a:ext>
            </a:extLst>
          </p:cNvPr>
          <p:cNvSpPr/>
          <p:nvPr/>
        </p:nvSpPr>
        <p:spPr>
          <a:xfrm rot="3300000">
            <a:off x="4563269" y="1329692"/>
            <a:ext cx="8153400" cy="8153400"/>
          </a:xfrm>
          <a:prstGeom prst="blockArc">
            <a:avLst>
              <a:gd name="adj1" fmla="val 6680888"/>
              <a:gd name="adj2" fmla="val 9213370"/>
              <a:gd name="adj3" fmla="val 10492"/>
            </a:avLst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  <a:effectLst>
                <a:glow>
                  <a:schemeClr val="accent1">
                    <a:alpha val="40000"/>
                  </a:schemeClr>
                </a:glow>
              </a:effectLst>
            </a:endParaRPr>
          </a:p>
        </p:txBody>
      </p:sp>
      <p:sp>
        <p:nvSpPr>
          <p:cNvPr id="6" name="拱形 5">
            <a:extLst>
              <a:ext uri="{FF2B5EF4-FFF2-40B4-BE49-F238E27FC236}">
                <a16:creationId xmlns:a16="http://schemas.microsoft.com/office/drawing/2014/main" id="{25205CAD-3092-B853-BC8A-048AE0585BDB}"/>
              </a:ext>
            </a:extLst>
          </p:cNvPr>
          <p:cNvSpPr/>
          <p:nvPr/>
        </p:nvSpPr>
        <p:spPr>
          <a:xfrm rot="6600000">
            <a:off x="4563270" y="1329691"/>
            <a:ext cx="8153400" cy="8153400"/>
          </a:xfrm>
          <a:prstGeom prst="blockArc">
            <a:avLst>
              <a:gd name="adj1" fmla="val 6680888"/>
              <a:gd name="adj2" fmla="val 9213370"/>
              <a:gd name="adj3" fmla="val 10492"/>
            </a:avLst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  <a:effectLst>
                <a:glow>
                  <a:schemeClr val="accent1">
                    <a:alpha val="40000"/>
                  </a:schemeClr>
                </a:glow>
              </a:effectLst>
            </a:endParaRPr>
          </a:p>
        </p:txBody>
      </p:sp>
      <p:sp>
        <p:nvSpPr>
          <p:cNvPr id="5" name="拱形 4">
            <a:extLst>
              <a:ext uri="{FF2B5EF4-FFF2-40B4-BE49-F238E27FC236}">
                <a16:creationId xmlns:a16="http://schemas.microsoft.com/office/drawing/2014/main" id="{5F4F1E62-9E9A-819D-746B-33F088453701}"/>
              </a:ext>
            </a:extLst>
          </p:cNvPr>
          <p:cNvSpPr/>
          <p:nvPr/>
        </p:nvSpPr>
        <p:spPr>
          <a:xfrm rot="9900000">
            <a:off x="4563267" y="1329691"/>
            <a:ext cx="8153400" cy="8153400"/>
          </a:xfrm>
          <a:prstGeom prst="blockArc">
            <a:avLst>
              <a:gd name="adj1" fmla="val 6680888"/>
              <a:gd name="adj2" fmla="val 9213370"/>
              <a:gd name="adj3" fmla="val 10492"/>
            </a:avLst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  <a:effectLst>
                <a:glow>
                  <a:schemeClr val="accent1">
                    <a:alpha val="40000"/>
                  </a:schemeClr>
                </a:glow>
              </a:effectLst>
            </a:endParaRPr>
          </a:p>
        </p:txBody>
      </p:sp>
      <p:sp>
        <p:nvSpPr>
          <p:cNvPr id="3" name="拱形 2">
            <a:extLst>
              <a:ext uri="{FF2B5EF4-FFF2-40B4-BE49-F238E27FC236}">
                <a16:creationId xmlns:a16="http://schemas.microsoft.com/office/drawing/2014/main" id="{966906E4-E011-1FF9-D459-2262040BC5C6}"/>
              </a:ext>
            </a:extLst>
          </p:cNvPr>
          <p:cNvSpPr/>
          <p:nvPr/>
        </p:nvSpPr>
        <p:spPr>
          <a:xfrm rot="13200000">
            <a:off x="4563268" y="1329691"/>
            <a:ext cx="8153400" cy="8153400"/>
          </a:xfrm>
          <a:prstGeom prst="blockArc">
            <a:avLst>
              <a:gd name="adj1" fmla="val 6680888"/>
              <a:gd name="adj2" fmla="val 9213370"/>
              <a:gd name="adj3" fmla="val 10492"/>
            </a:avLst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  <a:effectLst>
                <a:glow>
                  <a:schemeClr val="accent1">
                    <a:alpha val="40000"/>
                  </a:schemeClr>
                </a:glow>
              </a:effectLst>
            </a:endParaRPr>
          </a:p>
        </p:txBody>
      </p:sp>
      <p:sp>
        <p:nvSpPr>
          <p:cNvPr id="2" name="拱形 1">
            <a:extLst>
              <a:ext uri="{FF2B5EF4-FFF2-40B4-BE49-F238E27FC236}">
                <a16:creationId xmlns:a16="http://schemas.microsoft.com/office/drawing/2014/main" id="{FED998E8-D5F4-2FC0-4735-53D7D2FC8467}"/>
              </a:ext>
            </a:extLst>
          </p:cNvPr>
          <p:cNvSpPr/>
          <p:nvPr/>
        </p:nvSpPr>
        <p:spPr>
          <a:xfrm rot="16500000">
            <a:off x="4563268" y="1332388"/>
            <a:ext cx="8153400" cy="8153400"/>
          </a:xfrm>
          <a:prstGeom prst="blockArc">
            <a:avLst>
              <a:gd name="adj1" fmla="val 6680888"/>
              <a:gd name="adj2" fmla="val 9213370"/>
              <a:gd name="adj3" fmla="val 10492"/>
            </a:avLst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  <a:effectLst>
                <a:glow>
                  <a:schemeClr val="accent1">
                    <a:alpha val="40000"/>
                  </a:schemeClr>
                </a:glow>
              </a:effectLst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3C75365A-CD88-7011-61B6-F74E4FF28BEE}"/>
              </a:ext>
            </a:extLst>
          </p:cNvPr>
          <p:cNvSpPr txBox="1"/>
          <p:nvPr/>
        </p:nvSpPr>
        <p:spPr>
          <a:xfrm>
            <a:off x="7310666" y="2713345"/>
            <a:ext cx="2658606" cy="5386090"/>
          </a:xfrm>
          <a:prstGeom prst="rect">
            <a:avLst/>
          </a:prstGeom>
          <a:noFill/>
          <a:effectLst>
            <a:glow rad="38100">
              <a:schemeClr val="bg1"/>
            </a:glow>
          </a:effectLst>
        </p:spPr>
        <p:txBody>
          <a:bodyPr wrap="square" rtlCol="0">
            <a:spAutoFit/>
          </a:bodyPr>
          <a:lstStyle/>
          <a:p>
            <a:r>
              <a:rPr lang="en-US" altLang="zh-TW" sz="34400" dirty="0">
                <a:solidFill>
                  <a:schemeClr val="bg1"/>
                </a:solidFill>
                <a:effectLst>
                  <a:glow rad="88900">
                    <a:schemeClr val="bg1">
                      <a:alpha val="63000"/>
                    </a:schemeClr>
                  </a:glow>
                </a:effectLst>
                <a:ea typeface="Adobe 繁黑體 Std B" panose="020B0700000000000000" pitchFamily="34" charset="-120"/>
              </a:rPr>
              <a:t>1</a:t>
            </a:r>
            <a:endParaRPr lang="zh-TW" altLang="en-US" sz="34400" dirty="0">
              <a:solidFill>
                <a:schemeClr val="bg1"/>
              </a:solidFill>
              <a:effectLst>
                <a:glow rad="88900">
                  <a:schemeClr val="bg1">
                    <a:alpha val="63000"/>
                  </a:schemeClr>
                </a:glow>
              </a:effectLst>
              <a:ea typeface="Adobe 繁黑體 Std B" panose="020B0700000000000000" pitchFamily="34" charset="-120"/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A84D5365-7226-F514-FF9B-165B1F09F2DE}"/>
              </a:ext>
            </a:extLst>
          </p:cNvPr>
          <p:cNvSpPr txBox="1"/>
          <p:nvPr/>
        </p:nvSpPr>
        <p:spPr>
          <a:xfrm>
            <a:off x="1016534" y="1105200"/>
            <a:ext cx="1981200" cy="3770263"/>
          </a:xfrm>
          <a:prstGeom prst="rect">
            <a:avLst/>
          </a:prstGeom>
          <a:noFill/>
          <a:effectLst>
            <a:glow rad="38100">
              <a:schemeClr val="bg1"/>
            </a:glow>
          </a:effectLst>
        </p:spPr>
        <p:txBody>
          <a:bodyPr wrap="square" rtlCol="0">
            <a:spAutoFit/>
          </a:bodyPr>
          <a:lstStyle/>
          <a:p>
            <a:r>
              <a:rPr lang="en-US" altLang="zh-TW" sz="23900" dirty="0">
                <a:solidFill>
                  <a:schemeClr val="accent3">
                    <a:lumMod val="60000"/>
                    <a:lumOff val="40000"/>
                  </a:schemeClr>
                </a:solidFill>
                <a:effectLst>
                  <a:glow rad="215900">
                    <a:schemeClr val="accent3">
                      <a:lumMod val="60000"/>
                      <a:lumOff val="40000"/>
                      <a:alpha val="63000"/>
                    </a:schemeClr>
                  </a:glow>
                </a:effectLst>
                <a:ea typeface="Adobe 繁黑體 Std B" panose="020B0700000000000000" pitchFamily="34" charset="-120"/>
              </a:rPr>
              <a:t>L</a:t>
            </a:r>
            <a:endParaRPr lang="zh-TW" altLang="en-US" sz="23900" dirty="0">
              <a:solidFill>
                <a:schemeClr val="accent3">
                  <a:lumMod val="60000"/>
                  <a:lumOff val="40000"/>
                </a:schemeClr>
              </a:solidFill>
              <a:effectLst>
                <a:glow rad="215900">
                  <a:schemeClr val="accent3">
                    <a:lumMod val="60000"/>
                    <a:lumOff val="40000"/>
                    <a:alpha val="63000"/>
                  </a:schemeClr>
                </a:glow>
              </a:effectLst>
              <a:ea typeface="Adobe 繁黑體 Std B" panose="020B0700000000000000" pitchFamily="34" charset="-120"/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3AFDECA1-35DF-59A7-D929-AD48D3F1FFFD}"/>
              </a:ext>
            </a:extLst>
          </p:cNvPr>
          <p:cNvSpPr txBox="1"/>
          <p:nvPr/>
        </p:nvSpPr>
        <p:spPr>
          <a:xfrm>
            <a:off x="14202000" y="1105200"/>
            <a:ext cx="1981200" cy="3770263"/>
          </a:xfrm>
          <a:prstGeom prst="rect">
            <a:avLst/>
          </a:prstGeom>
          <a:noFill/>
          <a:effectLst>
            <a:glow rad="38100">
              <a:schemeClr val="bg1"/>
            </a:glow>
          </a:effectLst>
        </p:spPr>
        <p:txBody>
          <a:bodyPr wrap="square" rtlCol="0">
            <a:spAutoFit/>
          </a:bodyPr>
          <a:lstStyle/>
          <a:p>
            <a:r>
              <a:rPr lang="en-US" altLang="zh-TW" sz="23900" dirty="0">
                <a:solidFill>
                  <a:schemeClr val="accent3">
                    <a:lumMod val="60000"/>
                    <a:lumOff val="40000"/>
                  </a:schemeClr>
                </a:solidFill>
                <a:effectLst>
                  <a:glow rad="215900">
                    <a:schemeClr val="accent3">
                      <a:lumMod val="60000"/>
                      <a:lumOff val="40000"/>
                      <a:alpha val="63000"/>
                    </a:schemeClr>
                  </a:glow>
                </a:effectLst>
                <a:ea typeface="Adobe 繁黑體 Std B" panose="020B0700000000000000" pitchFamily="34" charset="-120"/>
              </a:rPr>
              <a:t>R</a:t>
            </a:r>
            <a:endParaRPr lang="zh-TW" altLang="en-US" sz="23900" dirty="0">
              <a:solidFill>
                <a:schemeClr val="accent3">
                  <a:lumMod val="60000"/>
                  <a:lumOff val="40000"/>
                </a:schemeClr>
              </a:solidFill>
              <a:effectLst>
                <a:glow rad="215900">
                  <a:schemeClr val="accent3">
                    <a:lumMod val="60000"/>
                    <a:lumOff val="40000"/>
                    <a:alpha val="63000"/>
                  </a:schemeClr>
                </a:glow>
              </a:effectLst>
              <a:ea typeface="Adobe 繁黑體 Std B" panose="020B0700000000000000" pitchFamily="34" charset="-120"/>
            </a:endParaRP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45C10AB2-24CE-8E91-3373-9C4BE1EA1FD9}"/>
              </a:ext>
            </a:extLst>
          </p:cNvPr>
          <p:cNvSpPr txBox="1"/>
          <p:nvPr/>
        </p:nvSpPr>
        <p:spPr>
          <a:xfrm>
            <a:off x="1501176" y="5429870"/>
            <a:ext cx="1584613" cy="1862048"/>
          </a:xfrm>
          <a:prstGeom prst="rect">
            <a:avLst/>
          </a:prstGeom>
          <a:noFill/>
          <a:effectLst>
            <a:glow rad="38100">
              <a:schemeClr val="bg1"/>
            </a:glow>
          </a:effectLst>
        </p:spPr>
        <p:txBody>
          <a:bodyPr wrap="square" rtlCol="0">
            <a:spAutoFit/>
          </a:bodyPr>
          <a:lstStyle/>
          <a:p>
            <a:r>
              <a:rPr lang="en-US" altLang="zh-TW" sz="11500" dirty="0">
                <a:solidFill>
                  <a:schemeClr val="bg1">
                    <a:lumMod val="85000"/>
                  </a:schemeClr>
                </a:solidFill>
                <a:effectLst>
                  <a:glow rad="165100">
                    <a:schemeClr val="bg1">
                      <a:lumMod val="85000"/>
                      <a:alpha val="70000"/>
                    </a:schemeClr>
                  </a:glow>
                </a:effectLst>
                <a:ea typeface="Adobe 繁黑體 Std B" panose="020B0700000000000000" pitchFamily="34" charset="-120"/>
              </a:rPr>
              <a:t>L</a:t>
            </a:r>
            <a:endParaRPr lang="zh-TW" altLang="en-US" sz="11500" dirty="0">
              <a:solidFill>
                <a:schemeClr val="bg1">
                  <a:lumMod val="85000"/>
                </a:schemeClr>
              </a:solidFill>
              <a:effectLst>
                <a:glow rad="165100">
                  <a:schemeClr val="bg1">
                    <a:lumMod val="85000"/>
                    <a:alpha val="70000"/>
                  </a:schemeClr>
                </a:glow>
              </a:effectLst>
              <a:ea typeface="Adobe 繁黑體 Std B" panose="020B0700000000000000" pitchFamily="34" charset="-120"/>
            </a:endParaRPr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D066F46E-0B80-CB83-CBAD-51CC3A6C06B3}"/>
              </a:ext>
            </a:extLst>
          </p:cNvPr>
          <p:cNvSpPr txBox="1"/>
          <p:nvPr/>
        </p:nvSpPr>
        <p:spPr>
          <a:xfrm>
            <a:off x="421449" y="7084800"/>
            <a:ext cx="3992635" cy="1862048"/>
          </a:xfrm>
          <a:prstGeom prst="rect">
            <a:avLst/>
          </a:prstGeom>
          <a:noFill/>
          <a:effectLst>
            <a:glow rad="38100">
              <a:schemeClr val="bg1"/>
            </a:glow>
          </a:effectLst>
        </p:spPr>
        <p:txBody>
          <a:bodyPr wrap="square" rtlCol="0">
            <a:spAutoFit/>
          </a:bodyPr>
          <a:lstStyle/>
          <a:p>
            <a:r>
              <a:rPr lang="en-US" altLang="zh-TW" sz="11500" dirty="0">
                <a:solidFill>
                  <a:schemeClr val="bg1">
                    <a:lumMod val="85000"/>
                  </a:schemeClr>
                </a:solidFill>
                <a:effectLst>
                  <a:glow rad="165100">
                    <a:schemeClr val="bg1">
                      <a:lumMod val="85000"/>
                      <a:alpha val="70000"/>
                    </a:schemeClr>
                  </a:glow>
                </a:effectLst>
                <a:ea typeface="Adobe 繁黑體 Std B" panose="020B0700000000000000" pitchFamily="34" charset="-120"/>
              </a:rPr>
              <a:t>CNC</a:t>
            </a:r>
            <a:endParaRPr lang="zh-TW" altLang="en-US" sz="11500" dirty="0">
              <a:solidFill>
                <a:schemeClr val="bg1">
                  <a:lumMod val="85000"/>
                </a:schemeClr>
              </a:solidFill>
              <a:effectLst>
                <a:glow rad="165100">
                  <a:schemeClr val="bg1">
                    <a:lumMod val="85000"/>
                    <a:alpha val="70000"/>
                  </a:schemeClr>
                </a:glow>
              </a:effectLst>
              <a:ea typeface="Adobe 繁黑體 Std B" panose="020B0700000000000000" pitchFamily="34" charset="-120"/>
            </a:endParaRPr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43F272B1-58DF-EA53-C335-F52CCDF0A5C2}"/>
              </a:ext>
            </a:extLst>
          </p:cNvPr>
          <p:cNvSpPr txBox="1"/>
          <p:nvPr/>
        </p:nvSpPr>
        <p:spPr>
          <a:xfrm>
            <a:off x="14723400" y="4536000"/>
            <a:ext cx="1584613" cy="1862048"/>
          </a:xfrm>
          <a:prstGeom prst="rect">
            <a:avLst/>
          </a:prstGeom>
          <a:noFill/>
          <a:effectLst>
            <a:glow rad="38100">
              <a:schemeClr val="bg1"/>
            </a:glow>
          </a:effectLst>
        </p:spPr>
        <p:txBody>
          <a:bodyPr wrap="square" rtlCol="0">
            <a:spAutoFit/>
          </a:bodyPr>
          <a:lstStyle/>
          <a:p>
            <a:r>
              <a:rPr lang="en-US" altLang="zh-TW" sz="11500" dirty="0">
                <a:solidFill>
                  <a:schemeClr val="bg1">
                    <a:lumMod val="85000"/>
                  </a:schemeClr>
                </a:solidFill>
                <a:effectLst>
                  <a:glow rad="165100">
                    <a:schemeClr val="bg1">
                      <a:lumMod val="85000"/>
                      <a:alpha val="70000"/>
                    </a:schemeClr>
                  </a:glow>
                </a:effectLst>
                <a:ea typeface="Adobe 繁黑體 Std B" panose="020B0700000000000000" pitchFamily="34" charset="-120"/>
              </a:rPr>
              <a:t>R</a:t>
            </a:r>
            <a:endParaRPr lang="zh-TW" altLang="en-US" sz="11500" dirty="0">
              <a:solidFill>
                <a:schemeClr val="bg1">
                  <a:lumMod val="85000"/>
                </a:schemeClr>
              </a:solidFill>
              <a:effectLst>
                <a:glow rad="165100">
                  <a:schemeClr val="bg1">
                    <a:lumMod val="85000"/>
                    <a:alpha val="70000"/>
                  </a:schemeClr>
                </a:glow>
              </a:effectLst>
              <a:ea typeface="Adobe 繁黑體 Std B" panose="020B0700000000000000" pitchFamily="34" charset="-120"/>
            </a:endParaRPr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84ED87D6-644E-E07E-28D8-528F119BD311}"/>
              </a:ext>
            </a:extLst>
          </p:cNvPr>
          <p:cNvSpPr txBox="1"/>
          <p:nvPr/>
        </p:nvSpPr>
        <p:spPr>
          <a:xfrm>
            <a:off x="14295553" y="7848000"/>
            <a:ext cx="1981200" cy="1862048"/>
          </a:xfrm>
          <a:prstGeom prst="rect">
            <a:avLst/>
          </a:prstGeom>
          <a:noFill/>
          <a:effectLst>
            <a:glow rad="38100">
              <a:schemeClr val="bg1"/>
            </a:glow>
          </a:effectLst>
        </p:spPr>
        <p:txBody>
          <a:bodyPr wrap="square" rtlCol="0">
            <a:spAutoFit/>
          </a:bodyPr>
          <a:lstStyle/>
          <a:p>
            <a:r>
              <a:rPr lang="en-US" altLang="zh-TW" sz="11500" dirty="0">
                <a:solidFill>
                  <a:schemeClr val="bg1">
                    <a:lumMod val="85000"/>
                  </a:schemeClr>
                </a:solidFill>
                <a:effectLst>
                  <a:glow rad="165100">
                    <a:schemeClr val="bg1">
                      <a:lumMod val="85000"/>
                      <a:alpha val="70000"/>
                    </a:schemeClr>
                  </a:glow>
                </a:effectLst>
                <a:ea typeface="Adobe 繁黑體 Std B" panose="020B0700000000000000" pitchFamily="34" charset="-120"/>
              </a:rPr>
              <a:t>RF</a:t>
            </a:r>
            <a:endParaRPr lang="zh-TW" altLang="en-US" sz="11500" dirty="0">
              <a:solidFill>
                <a:schemeClr val="bg1">
                  <a:lumMod val="85000"/>
                </a:schemeClr>
              </a:solidFill>
              <a:effectLst>
                <a:glow rad="165100">
                  <a:schemeClr val="bg1">
                    <a:lumMod val="85000"/>
                    <a:alpha val="70000"/>
                  </a:schemeClr>
                </a:glow>
              </a:effectLst>
              <a:ea typeface="Adobe 繁黑體 Std B" panose="020B0700000000000000" pitchFamily="34" charset="-120"/>
            </a:endParaRPr>
          </a:p>
        </p:txBody>
      </p: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6953EB4D-95BB-2D59-3BF3-EF67F8AEB69B}"/>
              </a:ext>
            </a:extLst>
          </p:cNvPr>
          <p:cNvSpPr txBox="1"/>
          <p:nvPr/>
        </p:nvSpPr>
        <p:spPr>
          <a:xfrm>
            <a:off x="13571064" y="6192000"/>
            <a:ext cx="3583699" cy="1862048"/>
          </a:xfrm>
          <a:prstGeom prst="rect">
            <a:avLst/>
          </a:prstGeom>
          <a:noFill/>
          <a:effectLst>
            <a:glow rad="38100">
              <a:schemeClr val="bg1"/>
            </a:glow>
          </a:effectLst>
        </p:spPr>
        <p:txBody>
          <a:bodyPr wrap="square" rtlCol="0">
            <a:spAutoFit/>
          </a:bodyPr>
          <a:lstStyle/>
          <a:p>
            <a:r>
              <a:rPr lang="en-US" altLang="zh-TW" sz="11500" dirty="0">
                <a:solidFill>
                  <a:schemeClr val="bg1">
                    <a:lumMod val="85000"/>
                  </a:schemeClr>
                </a:solidFill>
                <a:effectLst>
                  <a:glow rad="165100">
                    <a:schemeClr val="bg1">
                      <a:lumMod val="85000"/>
                      <a:alpha val="70000"/>
                    </a:schemeClr>
                  </a:glow>
                </a:effectLst>
                <a:ea typeface="Adobe 繁黑體 Std B" panose="020B0700000000000000" pitchFamily="34" charset="-120"/>
              </a:rPr>
              <a:t>MAN</a:t>
            </a:r>
            <a:endParaRPr lang="zh-TW" altLang="en-US" sz="11500" dirty="0">
              <a:solidFill>
                <a:schemeClr val="bg1">
                  <a:lumMod val="85000"/>
                </a:schemeClr>
              </a:solidFill>
              <a:effectLst>
                <a:glow rad="165100">
                  <a:schemeClr val="bg1">
                    <a:lumMod val="85000"/>
                    <a:alpha val="70000"/>
                  </a:schemeClr>
                </a:glow>
              </a:effectLst>
              <a:ea typeface="Adobe 繁黑體 Std B" panose="020B0700000000000000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2961975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F1E15BE-5EF7-22E3-7109-0C79C766F5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拱形 19">
            <a:extLst>
              <a:ext uri="{FF2B5EF4-FFF2-40B4-BE49-F238E27FC236}">
                <a16:creationId xmlns:a16="http://schemas.microsoft.com/office/drawing/2014/main" id="{7658644F-7F73-75D7-3A2C-404C71F7CDBD}"/>
              </a:ext>
            </a:extLst>
          </p:cNvPr>
          <p:cNvSpPr/>
          <p:nvPr/>
        </p:nvSpPr>
        <p:spPr>
          <a:xfrm>
            <a:off x="4563269" y="1329690"/>
            <a:ext cx="8153400" cy="8153400"/>
          </a:xfrm>
          <a:prstGeom prst="blockArc">
            <a:avLst>
              <a:gd name="adj1" fmla="val 6680888"/>
              <a:gd name="adj2" fmla="val 9213370"/>
              <a:gd name="adj3" fmla="val 10492"/>
            </a:avLst>
          </a:prstGeom>
          <a:solidFill>
            <a:schemeClr val="bg1"/>
          </a:solidFill>
          <a:ln>
            <a:noFill/>
          </a:ln>
          <a:effectLst>
            <a:glow rad="558800">
              <a:schemeClr val="bg1">
                <a:lumMod val="95000"/>
                <a:alpha val="58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  <a:effectLst>
                <a:glow>
                  <a:schemeClr val="accent1">
                    <a:alpha val="40000"/>
                  </a:schemeClr>
                </a:glow>
              </a:effectLst>
            </a:endParaRPr>
          </a:p>
        </p:txBody>
      </p:sp>
      <p:sp>
        <p:nvSpPr>
          <p:cNvPr id="21" name="拱形 20">
            <a:extLst>
              <a:ext uri="{FF2B5EF4-FFF2-40B4-BE49-F238E27FC236}">
                <a16:creationId xmlns:a16="http://schemas.microsoft.com/office/drawing/2014/main" id="{4404B159-0CB9-77F9-2122-CBD8FDB4E32A}"/>
              </a:ext>
            </a:extLst>
          </p:cNvPr>
          <p:cNvSpPr/>
          <p:nvPr/>
        </p:nvSpPr>
        <p:spPr>
          <a:xfrm rot="3300000">
            <a:off x="4563269" y="1329690"/>
            <a:ext cx="8153400" cy="8153400"/>
          </a:xfrm>
          <a:prstGeom prst="blockArc">
            <a:avLst>
              <a:gd name="adj1" fmla="val 6680888"/>
              <a:gd name="adj2" fmla="val 9213370"/>
              <a:gd name="adj3" fmla="val 10492"/>
            </a:avLst>
          </a:prstGeom>
          <a:solidFill>
            <a:schemeClr val="bg1"/>
          </a:solidFill>
          <a:ln>
            <a:noFill/>
          </a:ln>
          <a:effectLst>
            <a:glow rad="558800">
              <a:schemeClr val="bg1">
                <a:lumMod val="95000"/>
                <a:alpha val="58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  <a:effectLst>
                <a:glow>
                  <a:schemeClr val="accent1">
                    <a:alpha val="40000"/>
                  </a:schemeClr>
                </a:glow>
              </a:effectLst>
            </a:endParaRPr>
          </a:p>
        </p:txBody>
      </p:sp>
      <p:sp>
        <p:nvSpPr>
          <p:cNvPr id="6" name="拱形 5">
            <a:extLst>
              <a:ext uri="{FF2B5EF4-FFF2-40B4-BE49-F238E27FC236}">
                <a16:creationId xmlns:a16="http://schemas.microsoft.com/office/drawing/2014/main" id="{FC0C94CF-BCFE-AB6B-6A36-2974E6C7CB90}"/>
              </a:ext>
            </a:extLst>
          </p:cNvPr>
          <p:cNvSpPr/>
          <p:nvPr/>
        </p:nvSpPr>
        <p:spPr>
          <a:xfrm rot="6600000">
            <a:off x="4563270" y="1329691"/>
            <a:ext cx="8153400" cy="8153400"/>
          </a:xfrm>
          <a:prstGeom prst="blockArc">
            <a:avLst>
              <a:gd name="adj1" fmla="val 6680888"/>
              <a:gd name="adj2" fmla="val 9213370"/>
              <a:gd name="adj3" fmla="val 10492"/>
            </a:avLst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  <a:effectLst>
                <a:glow>
                  <a:schemeClr val="accent1">
                    <a:alpha val="40000"/>
                  </a:schemeClr>
                </a:glow>
              </a:effectLst>
            </a:endParaRPr>
          </a:p>
        </p:txBody>
      </p:sp>
      <p:sp>
        <p:nvSpPr>
          <p:cNvPr id="5" name="拱形 4">
            <a:extLst>
              <a:ext uri="{FF2B5EF4-FFF2-40B4-BE49-F238E27FC236}">
                <a16:creationId xmlns:a16="http://schemas.microsoft.com/office/drawing/2014/main" id="{5446B6A6-640C-01D6-3279-FAAEF43D3C1D}"/>
              </a:ext>
            </a:extLst>
          </p:cNvPr>
          <p:cNvSpPr/>
          <p:nvPr/>
        </p:nvSpPr>
        <p:spPr>
          <a:xfrm rot="9900000">
            <a:off x="4563267" y="1329691"/>
            <a:ext cx="8153400" cy="8153400"/>
          </a:xfrm>
          <a:prstGeom prst="blockArc">
            <a:avLst>
              <a:gd name="adj1" fmla="val 6680888"/>
              <a:gd name="adj2" fmla="val 9213370"/>
              <a:gd name="adj3" fmla="val 10492"/>
            </a:avLst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  <a:effectLst>
                <a:glow>
                  <a:schemeClr val="accent1">
                    <a:alpha val="40000"/>
                  </a:schemeClr>
                </a:glow>
              </a:effectLst>
            </a:endParaRPr>
          </a:p>
        </p:txBody>
      </p:sp>
      <p:sp>
        <p:nvSpPr>
          <p:cNvPr id="3" name="拱形 2">
            <a:extLst>
              <a:ext uri="{FF2B5EF4-FFF2-40B4-BE49-F238E27FC236}">
                <a16:creationId xmlns:a16="http://schemas.microsoft.com/office/drawing/2014/main" id="{33808F8A-07D3-4222-9F6D-B633593ACCBD}"/>
              </a:ext>
            </a:extLst>
          </p:cNvPr>
          <p:cNvSpPr/>
          <p:nvPr/>
        </p:nvSpPr>
        <p:spPr>
          <a:xfrm rot="13200000">
            <a:off x="4563268" y="1329691"/>
            <a:ext cx="8153400" cy="8153400"/>
          </a:xfrm>
          <a:prstGeom prst="blockArc">
            <a:avLst>
              <a:gd name="adj1" fmla="val 6680888"/>
              <a:gd name="adj2" fmla="val 9213370"/>
              <a:gd name="adj3" fmla="val 10492"/>
            </a:avLst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  <a:effectLst>
                <a:glow>
                  <a:schemeClr val="accent1">
                    <a:alpha val="40000"/>
                  </a:schemeClr>
                </a:glow>
              </a:effectLst>
            </a:endParaRPr>
          </a:p>
        </p:txBody>
      </p:sp>
      <p:sp>
        <p:nvSpPr>
          <p:cNvPr id="2" name="拱形 1">
            <a:extLst>
              <a:ext uri="{FF2B5EF4-FFF2-40B4-BE49-F238E27FC236}">
                <a16:creationId xmlns:a16="http://schemas.microsoft.com/office/drawing/2014/main" id="{175F9D9B-9076-78B5-DE77-57D33F799F1E}"/>
              </a:ext>
            </a:extLst>
          </p:cNvPr>
          <p:cNvSpPr/>
          <p:nvPr/>
        </p:nvSpPr>
        <p:spPr>
          <a:xfrm rot="16500000">
            <a:off x="4563268" y="1332388"/>
            <a:ext cx="8153400" cy="8153400"/>
          </a:xfrm>
          <a:prstGeom prst="blockArc">
            <a:avLst>
              <a:gd name="adj1" fmla="val 6680888"/>
              <a:gd name="adj2" fmla="val 9213370"/>
              <a:gd name="adj3" fmla="val 10492"/>
            </a:avLst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  <a:effectLst>
                <a:glow>
                  <a:schemeClr val="accent1">
                    <a:alpha val="40000"/>
                  </a:schemeClr>
                </a:glow>
              </a:effectLst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52DAE5A9-5E25-AD03-9019-0A3804AD020E}"/>
              </a:ext>
            </a:extLst>
          </p:cNvPr>
          <p:cNvSpPr txBox="1"/>
          <p:nvPr/>
        </p:nvSpPr>
        <p:spPr>
          <a:xfrm>
            <a:off x="7310666" y="2713345"/>
            <a:ext cx="2658606" cy="5386090"/>
          </a:xfrm>
          <a:prstGeom prst="rect">
            <a:avLst/>
          </a:prstGeom>
          <a:noFill/>
          <a:effectLst>
            <a:glow rad="38100">
              <a:schemeClr val="bg1"/>
            </a:glow>
          </a:effectLst>
        </p:spPr>
        <p:txBody>
          <a:bodyPr wrap="square" rtlCol="0">
            <a:spAutoFit/>
          </a:bodyPr>
          <a:lstStyle/>
          <a:p>
            <a:r>
              <a:rPr lang="en-US" altLang="zh-TW" sz="34400" dirty="0">
                <a:solidFill>
                  <a:schemeClr val="bg1"/>
                </a:solidFill>
                <a:effectLst>
                  <a:glow rad="139700">
                    <a:schemeClr val="bg1">
                      <a:alpha val="63000"/>
                    </a:schemeClr>
                  </a:glow>
                </a:effectLst>
                <a:ea typeface="Adobe 繁黑體 Std B" panose="020B0700000000000000" pitchFamily="34" charset="-120"/>
              </a:rPr>
              <a:t>2</a:t>
            </a:r>
            <a:endParaRPr lang="zh-TW" altLang="en-US" sz="34400" dirty="0">
              <a:solidFill>
                <a:schemeClr val="bg1"/>
              </a:solidFill>
              <a:effectLst>
                <a:glow rad="139700">
                  <a:schemeClr val="bg1">
                    <a:alpha val="63000"/>
                  </a:schemeClr>
                </a:glow>
              </a:effectLst>
              <a:ea typeface="Adobe 繁黑體 Std B" panose="020B0700000000000000" pitchFamily="34" charset="-120"/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F51F171F-7693-BABD-C716-673AD9DC9BD0}"/>
              </a:ext>
            </a:extLst>
          </p:cNvPr>
          <p:cNvSpPr txBox="1"/>
          <p:nvPr/>
        </p:nvSpPr>
        <p:spPr>
          <a:xfrm>
            <a:off x="1501176" y="5429870"/>
            <a:ext cx="1584613" cy="1862048"/>
          </a:xfrm>
          <a:prstGeom prst="rect">
            <a:avLst/>
          </a:prstGeom>
          <a:noFill/>
          <a:effectLst>
            <a:glow rad="38100">
              <a:schemeClr val="bg1"/>
            </a:glow>
          </a:effectLst>
        </p:spPr>
        <p:txBody>
          <a:bodyPr wrap="square" rtlCol="0">
            <a:spAutoFit/>
          </a:bodyPr>
          <a:lstStyle/>
          <a:p>
            <a:r>
              <a:rPr lang="en-US" altLang="zh-TW" sz="11500" dirty="0">
                <a:solidFill>
                  <a:srgbClr val="00B0F0"/>
                </a:solidFill>
                <a:effectLst>
                  <a:glow rad="215900">
                    <a:schemeClr val="accent4">
                      <a:lumMod val="60000"/>
                      <a:lumOff val="40000"/>
                      <a:alpha val="63000"/>
                    </a:schemeClr>
                  </a:glow>
                </a:effectLst>
                <a:ea typeface="Adobe 繁黑體 Std B" panose="020B0700000000000000" pitchFamily="34" charset="-120"/>
              </a:rPr>
              <a:t>L</a:t>
            </a:r>
            <a:endParaRPr lang="zh-TW" altLang="en-US" sz="11500" dirty="0">
              <a:solidFill>
                <a:srgbClr val="00B0F0"/>
              </a:solidFill>
              <a:effectLst>
                <a:glow rad="215900">
                  <a:schemeClr val="accent4">
                    <a:lumMod val="60000"/>
                    <a:lumOff val="40000"/>
                    <a:alpha val="63000"/>
                  </a:schemeClr>
                </a:glow>
              </a:effectLst>
              <a:ea typeface="Adobe 繁黑體 Std B" panose="020B0700000000000000" pitchFamily="34" charset="-120"/>
            </a:endParaRP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FDE2DD62-17BD-B264-89D7-CDFA7B96AB1B}"/>
              </a:ext>
            </a:extLst>
          </p:cNvPr>
          <p:cNvSpPr txBox="1"/>
          <p:nvPr/>
        </p:nvSpPr>
        <p:spPr>
          <a:xfrm>
            <a:off x="421449" y="7084800"/>
            <a:ext cx="3992635" cy="1862048"/>
          </a:xfrm>
          <a:prstGeom prst="rect">
            <a:avLst/>
          </a:prstGeom>
          <a:noFill/>
          <a:effectLst>
            <a:glow rad="38100">
              <a:schemeClr val="bg1"/>
            </a:glow>
          </a:effectLst>
        </p:spPr>
        <p:txBody>
          <a:bodyPr wrap="square" rtlCol="0">
            <a:spAutoFit/>
          </a:bodyPr>
          <a:lstStyle/>
          <a:p>
            <a:r>
              <a:rPr lang="en-US" altLang="zh-TW" sz="11500" dirty="0">
                <a:solidFill>
                  <a:srgbClr val="00B0F0"/>
                </a:solidFill>
                <a:effectLst>
                  <a:glow rad="215900">
                    <a:schemeClr val="accent4">
                      <a:lumMod val="60000"/>
                      <a:lumOff val="40000"/>
                      <a:alpha val="63000"/>
                    </a:schemeClr>
                  </a:glow>
                </a:effectLst>
                <a:ea typeface="Adobe 繁黑體 Std B" panose="020B0700000000000000" pitchFamily="34" charset="-120"/>
              </a:rPr>
              <a:t>CNC</a:t>
            </a:r>
            <a:endParaRPr lang="zh-TW" altLang="en-US" sz="11500" dirty="0">
              <a:solidFill>
                <a:srgbClr val="00B0F0"/>
              </a:solidFill>
              <a:effectLst>
                <a:glow rad="215900">
                  <a:schemeClr val="accent4">
                    <a:lumMod val="60000"/>
                    <a:lumOff val="40000"/>
                    <a:alpha val="63000"/>
                  </a:schemeClr>
                </a:glow>
              </a:effectLst>
              <a:ea typeface="Adobe 繁黑體 Std B" panose="020B0700000000000000" pitchFamily="34" charset="-120"/>
            </a:endParaRP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172EFC9B-DBA7-991B-3673-510F6788F866}"/>
              </a:ext>
            </a:extLst>
          </p:cNvPr>
          <p:cNvSpPr txBox="1"/>
          <p:nvPr/>
        </p:nvSpPr>
        <p:spPr>
          <a:xfrm>
            <a:off x="14723400" y="4536000"/>
            <a:ext cx="1584613" cy="1862048"/>
          </a:xfrm>
          <a:prstGeom prst="rect">
            <a:avLst/>
          </a:prstGeom>
          <a:noFill/>
          <a:effectLst>
            <a:glow rad="38100">
              <a:schemeClr val="bg1"/>
            </a:glow>
          </a:effectLst>
        </p:spPr>
        <p:txBody>
          <a:bodyPr wrap="square" rtlCol="0">
            <a:spAutoFit/>
          </a:bodyPr>
          <a:lstStyle/>
          <a:p>
            <a:r>
              <a:rPr lang="en-US" altLang="zh-TW" sz="11500" dirty="0">
                <a:solidFill>
                  <a:srgbClr val="00B0F0"/>
                </a:solidFill>
                <a:effectLst>
                  <a:glow rad="215900">
                    <a:schemeClr val="accent4">
                      <a:lumMod val="60000"/>
                      <a:lumOff val="40000"/>
                      <a:alpha val="63000"/>
                    </a:schemeClr>
                  </a:glow>
                </a:effectLst>
                <a:ea typeface="Adobe 繁黑體 Std B" panose="020B0700000000000000" pitchFamily="34" charset="-120"/>
              </a:rPr>
              <a:t>R</a:t>
            </a:r>
            <a:endParaRPr lang="zh-TW" altLang="en-US" sz="11500" dirty="0">
              <a:solidFill>
                <a:srgbClr val="00B0F0"/>
              </a:solidFill>
              <a:effectLst>
                <a:glow rad="215900">
                  <a:schemeClr val="accent4">
                    <a:lumMod val="60000"/>
                    <a:lumOff val="40000"/>
                    <a:alpha val="63000"/>
                  </a:schemeClr>
                </a:glow>
              </a:effectLst>
              <a:ea typeface="Adobe 繁黑體 Std B" panose="020B0700000000000000" pitchFamily="34" charset="-120"/>
            </a:endParaRP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9969BC2E-07A6-6918-B17A-9E6165BF3052}"/>
              </a:ext>
            </a:extLst>
          </p:cNvPr>
          <p:cNvSpPr txBox="1"/>
          <p:nvPr/>
        </p:nvSpPr>
        <p:spPr>
          <a:xfrm>
            <a:off x="14295553" y="7848000"/>
            <a:ext cx="1981200" cy="1862048"/>
          </a:xfrm>
          <a:prstGeom prst="rect">
            <a:avLst/>
          </a:prstGeom>
          <a:noFill/>
          <a:effectLst>
            <a:glow rad="38100">
              <a:schemeClr val="bg1"/>
            </a:glow>
          </a:effectLst>
        </p:spPr>
        <p:txBody>
          <a:bodyPr wrap="square" rtlCol="0">
            <a:spAutoFit/>
          </a:bodyPr>
          <a:lstStyle/>
          <a:p>
            <a:r>
              <a:rPr lang="en-US" altLang="zh-TW" sz="11500" dirty="0">
                <a:solidFill>
                  <a:srgbClr val="00B0F0"/>
                </a:solidFill>
                <a:effectLst>
                  <a:glow rad="215900">
                    <a:schemeClr val="accent4">
                      <a:lumMod val="60000"/>
                      <a:lumOff val="40000"/>
                      <a:alpha val="63000"/>
                    </a:schemeClr>
                  </a:glow>
                </a:effectLst>
                <a:ea typeface="Adobe 繁黑體 Std B" panose="020B0700000000000000" pitchFamily="34" charset="-120"/>
              </a:rPr>
              <a:t>RF</a:t>
            </a:r>
            <a:endParaRPr lang="zh-TW" altLang="en-US" sz="11500" dirty="0">
              <a:solidFill>
                <a:srgbClr val="00B0F0"/>
              </a:solidFill>
              <a:effectLst>
                <a:glow rad="215900">
                  <a:schemeClr val="accent4">
                    <a:lumMod val="60000"/>
                    <a:lumOff val="40000"/>
                    <a:alpha val="63000"/>
                  </a:schemeClr>
                </a:glow>
              </a:effectLst>
              <a:ea typeface="Adobe 繁黑體 Std B" panose="020B0700000000000000" pitchFamily="34" charset="-120"/>
            </a:endParaRP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9E8B1D84-FB9A-5690-8A49-E1A875868B83}"/>
              </a:ext>
            </a:extLst>
          </p:cNvPr>
          <p:cNvSpPr txBox="1"/>
          <p:nvPr/>
        </p:nvSpPr>
        <p:spPr>
          <a:xfrm>
            <a:off x="13571064" y="6192000"/>
            <a:ext cx="3583699" cy="1862048"/>
          </a:xfrm>
          <a:prstGeom prst="rect">
            <a:avLst/>
          </a:prstGeom>
          <a:noFill/>
          <a:effectLst>
            <a:glow rad="38100">
              <a:schemeClr val="bg1"/>
            </a:glow>
          </a:effectLst>
        </p:spPr>
        <p:txBody>
          <a:bodyPr wrap="square" rtlCol="0">
            <a:spAutoFit/>
          </a:bodyPr>
          <a:lstStyle/>
          <a:p>
            <a:r>
              <a:rPr lang="en-US" altLang="zh-TW" sz="11500" dirty="0">
                <a:solidFill>
                  <a:srgbClr val="00B0F0"/>
                </a:solidFill>
                <a:effectLst>
                  <a:glow rad="215900">
                    <a:schemeClr val="accent4">
                      <a:lumMod val="60000"/>
                      <a:lumOff val="40000"/>
                      <a:alpha val="63000"/>
                    </a:schemeClr>
                  </a:glow>
                </a:effectLst>
                <a:ea typeface="Adobe 繁黑體 Std B" panose="020B0700000000000000" pitchFamily="34" charset="-120"/>
              </a:rPr>
              <a:t>MAN</a:t>
            </a:r>
            <a:endParaRPr lang="zh-TW" altLang="en-US" sz="11500" dirty="0">
              <a:solidFill>
                <a:srgbClr val="00B0F0"/>
              </a:solidFill>
              <a:effectLst>
                <a:glow rad="215900">
                  <a:schemeClr val="accent4">
                    <a:lumMod val="60000"/>
                    <a:lumOff val="40000"/>
                    <a:alpha val="63000"/>
                  </a:schemeClr>
                </a:glow>
              </a:effectLst>
              <a:ea typeface="Adobe 繁黑體 Std B" panose="020B0700000000000000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817334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768AA65-AB61-6947-8906-19C7611392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拱形 19">
            <a:extLst>
              <a:ext uri="{FF2B5EF4-FFF2-40B4-BE49-F238E27FC236}">
                <a16:creationId xmlns:a16="http://schemas.microsoft.com/office/drawing/2014/main" id="{457DB476-60E0-3542-5A20-C517C41F1926}"/>
              </a:ext>
            </a:extLst>
          </p:cNvPr>
          <p:cNvSpPr/>
          <p:nvPr/>
        </p:nvSpPr>
        <p:spPr>
          <a:xfrm>
            <a:off x="4563269" y="1329690"/>
            <a:ext cx="8153400" cy="8153400"/>
          </a:xfrm>
          <a:prstGeom prst="blockArc">
            <a:avLst>
              <a:gd name="adj1" fmla="val 6680888"/>
              <a:gd name="adj2" fmla="val 9213370"/>
              <a:gd name="adj3" fmla="val 10492"/>
            </a:avLst>
          </a:prstGeom>
          <a:solidFill>
            <a:schemeClr val="bg1"/>
          </a:solidFill>
          <a:ln>
            <a:noFill/>
          </a:ln>
          <a:effectLst>
            <a:glow rad="558800">
              <a:schemeClr val="bg1">
                <a:lumMod val="95000"/>
                <a:alpha val="58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  <a:effectLst>
                <a:glow>
                  <a:schemeClr val="accent1">
                    <a:alpha val="40000"/>
                  </a:schemeClr>
                </a:glow>
              </a:effectLst>
            </a:endParaRPr>
          </a:p>
        </p:txBody>
      </p:sp>
      <p:sp>
        <p:nvSpPr>
          <p:cNvPr id="21" name="拱形 20">
            <a:extLst>
              <a:ext uri="{FF2B5EF4-FFF2-40B4-BE49-F238E27FC236}">
                <a16:creationId xmlns:a16="http://schemas.microsoft.com/office/drawing/2014/main" id="{BD76380D-BCE0-75EC-B484-9C1DBD84741E}"/>
              </a:ext>
            </a:extLst>
          </p:cNvPr>
          <p:cNvSpPr/>
          <p:nvPr/>
        </p:nvSpPr>
        <p:spPr>
          <a:xfrm rot="3300000">
            <a:off x="4563269" y="1329690"/>
            <a:ext cx="8153400" cy="8153400"/>
          </a:xfrm>
          <a:prstGeom prst="blockArc">
            <a:avLst>
              <a:gd name="adj1" fmla="val 6680888"/>
              <a:gd name="adj2" fmla="val 9213370"/>
              <a:gd name="adj3" fmla="val 10492"/>
            </a:avLst>
          </a:prstGeom>
          <a:solidFill>
            <a:schemeClr val="bg1"/>
          </a:solidFill>
          <a:ln>
            <a:noFill/>
          </a:ln>
          <a:effectLst>
            <a:glow rad="558800">
              <a:schemeClr val="bg1">
                <a:lumMod val="95000"/>
                <a:alpha val="58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  <a:effectLst>
                <a:glow>
                  <a:schemeClr val="accent1">
                    <a:alpha val="40000"/>
                  </a:schemeClr>
                </a:glow>
              </a:effectLst>
            </a:endParaRPr>
          </a:p>
        </p:txBody>
      </p:sp>
      <p:sp>
        <p:nvSpPr>
          <p:cNvPr id="22" name="拱形 21">
            <a:extLst>
              <a:ext uri="{FF2B5EF4-FFF2-40B4-BE49-F238E27FC236}">
                <a16:creationId xmlns:a16="http://schemas.microsoft.com/office/drawing/2014/main" id="{9AD5887F-F685-940E-0983-D01B7A528E6E}"/>
              </a:ext>
            </a:extLst>
          </p:cNvPr>
          <p:cNvSpPr/>
          <p:nvPr/>
        </p:nvSpPr>
        <p:spPr>
          <a:xfrm rot="6600000">
            <a:off x="4563269" y="1329690"/>
            <a:ext cx="8153400" cy="8153400"/>
          </a:xfrm>
          <a:prstGeom prst="blockArc">
            <a:avLst>
              <a:gd name="adj1" fmla="val 6680888"/>
              <a:gd name="adj2" fmla="val 9213370"/>
              <a:gd name="adj3" fmla="val 10492"/>
            </a:avLst>
          </a:prstGeom>
          <a:solidFill>
            <a:schemeClr val="bg1"/>
          </a:solidFill>
          <a:ln>
            <a:noFill/>
          </a:ln>
          <a:effectLst>
            <a:glow rad="558800">
              <a:schemeClr val="bg1">
                <a:lumMod val="95000"/>
                <a:alpha val="58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  <a:effectLst>
                <a:glow>
                  <a:schemeClr val="accent1">
                    <a:alpha val="40000"/>
                  </a:schemeClr>
                </a:glow>
              </a:effectLst>
            </a:endParaRPr>
          </a:p>
        </p:txBody>
      </p:sp>
      <p:sp>
        <p:nvSpPr>
          <p:cNvPr id="5" name="拱形 4">
            <a:extLst>
              <a:ext uri="{FF2B5EF4-FFF2-40B4-BE49-F238E27FC236}">
                <a16:creationId xmlns:a16="http://schemas.microsoft.com/office/drawing/2014/main" id="{22808135-6C51-30E8-8C50-E836BAF296D1}"/>
              </a:ext>
            </a:extLst>
          </p:cNvPr>
          <p:cNvSpPr/>
          <p:nvPr/>
        </p:nvSpPr>
        <p:spPr>
          <a:xfrm rot="9900000">
            <a:off x="4563267" y="1329691"/>
            <a:ext cx="8153400" cy="8153400"/>
          </a:xfrm>
          <a:prstGeom prst="blockArc">
            <a:avLst>
              <a:gd name="adj1" fmla="val 6680888"/>
              <a:gd name="adj2" fmla="val 9213370"/>
              <a:gd name="adj3" fmla="val 10492"/>
            </a:avLst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  <a:effectLst>
                <a:glow>
                  <a:schemeClr val="accent1">
                    <a:alpha val="40000"/>
                  </a:schemeClr>
                </a:glow>
              </a:effectLst>
            </a:endParaRPr>
          </a:p>
        </p:txBody>
      </p:sp>
      <p:sp>
        <p:nvSpPr>
          <p:cNvPr id="3" name="拱形 2">
            <a:extLst>
              <a:ext uri="{FF2B5EF4-FFF2-40B4-BE49-F238E27FC236}">
                <a16:creationId xmlns:a16="http://schemas.microsoft.com/office/drawing/2014/main" id="{A24AA248-007B-260A-E207-78F302E3B817}"/>
              </a:ext>
            </a:extLst>
          </p:cNvPr>
          <p:cNvSpPr/>
          <p:nvPr/>
        </p:nvSpPr>
        <p:spPr>
          <a:xfrm rot="13200000">
            <a:off x="4563268" y="1329691"/>
            <a:ext cx="8153400" cy="8153400"/>
          </a:xfrm>
          <a:prstGeom prst="blockArc">
            <a:avLst>
              <a:gd name="adj1" fmla="val 6680888"/>
              <a:gd name="adj2" fmla="val 9213370"/>
              <a:gd name="adj3" fmla="val 10492"/>
            </a:avLst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  <a:effectLst>
                <a:glow>
                  <a:schemeClr val="accent1">
                    <a:alpha val="40000"/>
                  </a:schemeClr>
                </a:glow>
              </a:effectLst>
            </a:endParaRPr>
          </a:p>
        </p:txBody>
      </p:sp>
      <p:sp>
        <p:nvSpPr>
          <p:cNvPr id="2" name="拱形 1">
            <a:extLst>
              <a:ext uri="{FF2B5EF4-FFF2-40B4-BE49-F238E27FC236}">
                <a16:creationId xmlns:a16="http://schemas.microsoft.com/office/drawing/2014/main" id="{1B31B2A6-17FD-2851-4483-895CBFACE1BD}"/>
              </a:ext>
            </a:extLst>
          </p:cNvPr>
          <p:cNvSpPr/>
          <p:nvPr/>
        </p:nvSpPr>
        <p:spPr>
          <a:xfrm rot="16500000">
            <a:off x="4563268" y="1332388"/>
            <a:ext cx="8153400" cy="8153400"/>
          </a:xfrm>
          <a:prstGeom prst="blockArc">
            <a:avLst>
              <a:gd name="adj1" fmla="val 6680888"/>
              <a:gd name="adj2" fmla="val 9213370"/>
              <a:gd name="adj3" fmla="val 10492"/>
            </a:avLst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  <a:effectLst>
                <a:glow>
                  <a:schemeClr val="accent1">
                    <a:alpha val="40000"/>
                  </a:schemeClr>
                </a:glow>
              </a:effectLst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AF2096B3-C5DE-888D-3CAA-809129BC8412}"/>
              </a:ext>
            </a:extLst>
          </p:cNvPr>
          <p:cNvSpPr txBox="1"/>
          <p:nvPr/>
        </p:nvSpPr>
        <p:spPr>
          <a:xfrm>
            <a:off x="7310666" y="2713345"/>
            <a:ext cx="2658606" cy="5386090"/>
          </a:xfrm>
          <a:prstGeom prst="rect">
            <a:avLst/>
          </a:prstGeom>
          <a:noFill/>
          <a:effectLst>
            <a:glow rad="38100">
              <a:schemeClr val="bg1"/>
            </a:glow>
          </a:effectLst>
        </p:spPr>
        <p:txBody>
          <a:bodyPr wrap="square" rtlCol="0">
            <a:spAutoFit/>
          </a:bodyPr>
          <a:lstStyle/>
          <a:p>
            <a:r>
              <a:rPr lang="en-US" altLang="zh-TW" sz="34400" dirty="0">
                <a:solidFill>
                  <a:schemeClr val="bg1"/>
                </a:solidFill>
                <a:effectLst>
                  <a:glow rad="254000">
                    <a:schemeClr val="bg1">
                      <a:alpha val="63000"/>
                    </a:schemeClr>
                  </a:glow>
                </a:effectLst>
                <a:ea typeface="Adobe 繁黑體 Std B" panose="020B0700000000000000" pitchFamily="34" charset="-120"/>
              </a:rPr>
              <a:t>3</a:t>
            </a:r>
            <a:endParaRPr lang="zh-TW" altLang="en-US" sz="34400" dirty="0">
              <a:solidFill>
                <a:schemeClr val="bg1"/>
              </a:solidFill>
              <a:effectLst>
                <a:glow rad="254000">
                  <a:schemeClr val="bg1">
                    <a:alpha val="63000"/>
                  </a:schemeClr>
                </a:glow>
              </a:effectLst>
              <a:ea typeface="Adobe 繁黑體 Std B" panose="020B0700000000000000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26601726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DB41869-C824-017B-C79A-F8F3E9C6FD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拱形 19">
            <a:extLst>
              <a:ext uri="{FF2B5EF4-FFF2-40B4-BE49-F238E27FC236}">
                <a16:creationId xmlns:a16="http://schemas.microsoft.com/office/drawing/2014/main" id="{8743FAFF-CA0B-9F32-282F-23E66CB7B380}"/>
              </a:ext>
            </a:extLst>
          </p:cNvPr>
          <p:cNvSpPr/>
          <p:nvPr/>
        </p:nvSpPr>
        <p:spPr>
          <a:xfrm>
            <a:off x="4563269" y="1329690"/>
            <a:ext cx="8153400" cy="8153400"/>
          </a:xfrm>
          <a:prstGeom prst="blockArc">
            <a:avLst>
              <a:gd name="adj1" fmla="val 6680888"/>
              <a:gd name="adj2" fmla="val 9213370"/>
              <a:gd name="adj3" fmla="val 10492"/>
            </a:avLst>
          </a:prstGeom>
          <a:solidFill>
            <a:schemeClr val="bg1"/>
          </a:solidFill>
          <a:ln>
            <a:noFill/>
          </a:ln>
          <a:effectLst>
            <a:glow rad="558800">
              <a:schemeClr val="bg1">
                <a:lumMod val="95000"/>
                <a:alpha val="58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  <a:effectLst>
                <a:glow>
                  <a:schemeClr val="accent1">
                    <a:alpha val="40000"/>
                  </a:schemeClr>
                </a:glow>
              </a:effectLst>
            </a:endParaRPr>
          </a:p>
        </p:txBody>
      </p:sp>
      <p:sp>
        <p:nvSpPr>
          <p:cNvPr id="21" name="拱形 20">
            <a:extLst>
              <a:ext uri="{FF2B5EF4-FFF2-40B4-BE49-F238E27FC236}">
                <a16:creationId xmlns:a16="http://schemas.microsoft.com/office/drawing/2014/main" id="{352C2F74-B3E3-0CC5-DBFD-A459173CF5B5}"/>
              </a:ext>
            </a:extLst>
          </p:cNvPr>
          <p:cNvSpPr/>
          <p:nvPr/>
        </p:nvSpPr>
        <p:spPr>
          <a:xfrm rot="3300000">
            <a:off x="4563269" y="1329690"/>
            <a:ext cx="8153400" cy="8153400"/>
          </a:xfrm>
          <a:prstGeom prst="blockArc">
            <a:avLst>
              <a:gd name="adj1" fmla="val 6680888"/>
              <a:gd name="adj2" fmla="val 9213370"/>
              <a:gd name="adj3" fmla="val 10492"/>
            </a:avLst>
          </a:prstGeom>
          <a:solidFill>
            <a:schemeClr val="bg1"/>
          </a:solidFill>
          <a:ln>
            <a:noFill/>
          </a:ln>
          <a:effectLst>
            <a:glow rad="558800">
              <a:schemeClr val="bg1">
                <a:lumMod val="95000"/>
                <a:alpha val="58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  <a:effectLst>
                <a:glow>
                  <a:schemeClr val="accent1">
                    <a:alpha val="40000"/>
                  </a:schemeClr>
                </a:glow>
              </a:effectLst>
            </a:endParaRPr>
          </a:p>
        </p:txBody>
      </p:sp>
      <p:sp>
        <p:nvSpPr>
          <p:cNvPr id="22" name="拱形 21">
            <a:extLst>
              <a:ext uri="{FF2B5EF4-FFF2-40B4-BE49-F238E27FC236}">
                <a16:creationId xmlns:a16="http://schemas.microsoft.com/office/drawing/2014/main" id="{77397F66-4FF9-C2D4-60C3-01CE39BF12E7}"/>
              </a:ext>
            </a:extLst>
          </p:cNvPr>
          <p:cNvSpPr/>
          <p:nvPr/>
        </p:nvSpPr>
        <p:spPr>
          <a:xfrm rot="6600000">
            <a:off x="4563269" y="1329690"/>
            <a:ext cx="8153400" cy="8153400"/>
          </a:xfrm>
          <a:prstGeom prst="blockArc">
            <a:avLst>
              <a:gd name="adj1" fmla="val 6680888"/>
              <a:gd name="adj2" fmla="val 9213370"/>
              <a:gd name="adj3" fmla="val 10492"/>
            </a:avLst>
          </a:prstGeom>
          <a:solidFill>
            <a:schemeClr val="bg1"/>
          </a:solidFill>
          <a:ln>
            <a:noFill/>
          </a:ln>
          <a:effectLst>
            <a:glow rad="558800">
              <a:schemeClr val="bg1">
                <a:lumMod val="95000"/>
                <a:alpha val="58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  <a:effectLst>
                <a:glow>
                  <a:schemeClr val="accent1">
                    <a:alpha val="40000"/>
                  </a:schemeClr>
                </a:glow>
              </a:effectLst>
            </a:endParaRPr>
          </a:p>
        </p:txBody>
      </p:sp>
      <p:sp>
        <p:nvSpPr>
          <p:cNvPr id="24" name="拱形 23">
            <a:extLst>
              <a:ext uri="{FF2B5EF4-FFF2-40B4-BE49-F238E27FC236}">
                <a16:creationId xmlns:a16="http://schemas.microsoft.com/office/drawing/2014/main" id="{338705B4-88B9-AE56-829F-EF901597C13C}"/>
              </a:ext>
            </a:extLst>
          </p:cNvPr>
          <p:cNvSpPr/>
          <p:nvPr/>
        </p:nvSpPr>
        <p:spPr>
          <a:xfrm rot="9900000">
            <a:off x="4563270" y="1329691"/>
            <a:ext cx="8153400" cy="8153400"/>
          </a:xfrm>
          <a:prstGeom prst="blockArc">
            <a:avLst>
              <a:gd name="adj1" fmla="val 6680888"/>
              <a:gd name="adj2" fmla="val 9213370"/>
              <a:gd name="adj3" fmla="val 10492"/>
            </a:avLst>
          </a:prstGeom>
          <a:solidFill>
            <a:schemeClr val="bg1"/>
          </a:solidFill>
          <a:ln>
            <a:noFill/>
          </a:ln>
          <a:effectLst>
            <a:glow rad="558800">
              <a:schemeClr val="bg1">
                <a:lumMod val="95000"/>
                <a:alpha val="58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  <a:effectLst>
                <a:glow>
                  <a:schemeClr val="accent1">
                    <a:alpha val="40000"/>
                  </a:schemeClr>
                </a:glow>
              </a:effectLst>
            </a:endParaRPr>
          </a:p>
        </p:txBody>
      </p:sp>
      <p:sp>
        <p:nvSpPr>
          <p:cNvPr id="3" name="拱形 2">
            <a:extLst>
              <a:ext uri="{FF2B5EF4-FFF2-40B4-BE49-F238E27FC236}">
                <a16:creationId xmlns:a16="http://schemas.microsoft.com/office/drawing/2014/main" id="{379264D6-A93A-F815-AD90-64060124352B}"/>
              </a:ext>
            </a:extLst>
          </p:cNvPr>
          <p:cNvSpPr/>
          <p:nvPr/>
        </p:nvSpPr>
        <p:spPr>
          <a:xfrm rot="13200000">
            <a:off x="4563268" y="1329691"/>
            <a:ext cx="8153400" cy="8153400"/>
          </a:xfrm>
          <a:prstGeom prst="blockArc">
            <a:avLst>
              <a:gd name="adj1" fmla="val 6680888"/>
              <a:gd name="adj2" fmla="val 9213370"/>
              <a:gd name="adj3" fmla="val 10492"/>
            </a:avLst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  <a:effectLst>
                <a:glow>
                  <a:schemeClr val="accent1">
                    <a:alpha val="40000"/>
                  </a:schemeClr>
                </a:glow>
              </a:effectLst>
            </a:endParaRPr>
          </a:p>
        </p:txBody>
      </p:sp>
      <p:sp>
        <p:nvSpPr>
          <p:cNvPr id="2" name="拱形 1">
            <a:extLst>
              <a:ext uri="{FF2B5EF4-FFF2-40B4-BE49-F238E27FC236}">
                <a16:creationId xmlns:a16="http://schemas.microsoft.com/office/drawing/2014/main" id="{E2F9337C-5337-3F74-4DBF-320C5A6A8332}"/>
              </a:ext>
            </a:extLst>
          </p:cNvPr>
          <p:cNvSpPr/>
          <p:nvPr/>
        </p:nvSpPr>
        <p:spPr>
          <a:xfrm rot="16500000">
            <a:off x="4563268" y="1332388"/>
            <a:ext cx="8153400" cy="8153400"/>
          </a:xfrm>
          <a:prstGeom prst="blockArc">
            <a:avLst>
              <a:gd name="adj1" fmla="val 6680888"/>
              <a:gd name="adj2" fmla="val 9213370"/>
              <a:gd name="adj3" fmla="val 10492"/>
            </a:avLst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  <a:effectLst>
                <a:glow>
                  <a:schemeClr val="accent1">
                    <a:alpha val="40000"/>
                  </a:schemeClr>
                </a:glow>
              </a:effectLst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A783A95C-BEA1-A819-5898-14E8E7786346}"/>
              </a:ext>
            </a:extLst>
          </p:cNvPr>
          <p:cNvSpPr txBox="1"/>
          <p:nvPr/>
        </p:nvSpPr>
        <p:spPr>
          <a:xfrm>
            <a:off x="7310666" y="2713345"/>
            <a:ext cx="2658606" cy="5386090"/>
          </a:xfrm>
          <a:prstGeom prst="rect">
            <a:avLst/>
          </a:prstGeom>
          <a:noFill/>
          <a:effectLst>
            <a:glow rad="38100">
              <a:schemeClr val="bg1"/>
            </a:glow>
          </a:effectLst>
        </p:spPr>
        <p:txBody>
          <a:bodyPr wrap="square" rtlCol="0">
            <a:spAutoFit/>
          </a:bodyPr>
          <a:lstStyle/>
          <a:p>
            <a:r>
              <a:rPr lang="en-US" altLang="zh-TW" sz="34400" dirty="0">
                <a:solidFill>
                  <a:schemeClr val="bg1"/>
                </a:solidFill>
                <a:effectLst>
                  <a:glow rad="482600">
                    <a:schemeClr val="bg1">
                      <a:alpha val="63000"/>
                    </a:schemeClr>
                  </a:glow>
                </a:effectLst>
                <a:ea typeface="Adobe 繁黑體 Std B" panose="020B0700000000000000" pitchFamily="34" charset="-120"/>
              </a:rPr>
              <a:t>4</a:t>
            </a:r>
            <a:endParaRPr lang="zh-TW" altLang="en-US" sz="34400" dirty="0">
              <a:solidFill>
                <a:schemeClr val="bg1"/>
              </a:solidFill>
              <a:effectLst>
                <a:glow rad="482600">
                  <a:schemeClr val="bg1">
                    <a:alpha val="63000"/>
                  </a:schemeClr>
                </a:glow>
              </a:effectLst>
              <a:ea typeface="Adobe 繁黑體 Std B" panose="020B0700000000000000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10544451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42547CC-9F01-2662-5560-AE23F97B96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拱形 19">
            <a:extLst>
              <a:ext uri="{FF2B5EF4-FFF2-40B4-BE49-F238E27FC236}">
                <a16:creationId xmlns:a16="http://schemas.microsoft.com/office/drawing/2014/main" id="{B3944D3B-2E8C-17EB-CD44-DB74F65A152D}"/>
              </a:ext>
            </a:extLst>
          </p:cNvPr>
          <p:cNvSpPr/>
          <p:nvPr/>
        </p:nvSpPr>
        <p:spPr>
          <a:xfrm>
            <a:off x="4563269" y="1329690"/>
            <a:ext cx="8153400" cy="8153400"/>
          </a:xfrm>
          <a:prstGeom prst="blockArc">
            <a:avLst>
              <a:gd name="adj1" fmla="val 6680888"/>
              <a:gd name="adj2" fmla="val 9213370"/>
              <a:gd name="adj3" fmla="val 10492"/>
            </a:avLst>
          </a:prstGeom>
          <a:solidFill>
            <a:schemeClr val="bg1"/>
          </a:solidFill>
          <a:ln>
            <a:noFill/>
          </a:ln>
          <a:effectLst>
            <a:glow rad="558800">
              <a:schemeClr val="bg1">
                <a:lumMod val="95000"/>
                <a:alpha val="58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  <a:effectLst>
                <a:glow>
                  <a:schemeClr val="accent1">
                    <a:alpha val="40000"/>
                  </a:schemeClr>
                </a:glow>
              </a:effectLst>
            </a:endParaRPr>
          </a:p>
        </p:txBody>
      </p:sp>
      <p:sp>
        <p:nvSpPr>
          <p:cNvPr id="21" name="拱形 20">
            <a:extLst>
              <a:ext uri="{FF2B5EF4-FFF2-40B4-BE49-F238E27FC236}">
                <a16:creationId xmlns:a16="http://schemas.microsoft.com/office/drawing/2014/main" id="{D8105E8E-271F-AB00-764F-0A253F3DF5BA}"/>
              </a:ext>
            </a:extLst>
          </p:cNvPr>
          <p:cNvSpPr/>
          <p:nvPr/>
        </p:nvSpPr>
        <p:spPr>
          <a:xfrm rot="3300000">
            <a:off x="4563269" y="1329690"/>
            <a:ext cx="8153400" cy="8153400"/>
          </a:xfrm>
          <a:prstGeom prst="blockArc">
            <a:avLst>
              <a:gd name="adj1" fmla="val 6680888"/>
              <a:gd name="adj2" fmla="val 9213370"/>
              <a:gd name="adj3" fmla="val 10492"/>
            </a:avLst>
          </a:prstGeom>
          <a:solidFill>
            <a:schemeClr val="bg1"/>
          </a:solidFill>
          <a:ln>
            <a:noFill/>
          </a:ln>
          <a:effectLst>
            <a:glow rad="558800">
              <a:schemeClr val="bg1">
                <a:lumMod val="95000"/>
                <a:alpha val="58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  <a:effectLst>
                <a:glow>
                  <a:schemeClr val="accent1">
                    <a:alpha val="40000"/>
                  </a:schemeClr>
                </a:glow>
              </a:effectLst>
            </a:endParaRPr>
          </a:p>
        </p:txBody>
      </p:sp>
      <p:sp>
        <p:nvSpPr>
          <p:cNvPr id="22" name="拱形 21">
            <a:extLst>
              <a:ext uri="{FF2B5EF4-FFF2-40B4-BE49-F238E27FC236}">
                <a16:creationId xmlns:a16="http://schemas.microsoft.com/office/drawing/2014/main" id="{4AB79ED0-15A9-C232-4A78-936D85D643FF}"/>
              </a:ext>
            </a:extLst>
          </p:cNvPr>
          <p:cNvSpPr/>
          <p:nvPr/>
        </p:nvSpPr>
        <p:spPr>
          <a:xfrm rot="6600000">
            <a:off x="4563269" y="1329690"/>
            <a:ext cx="8153400" cy="8153400"/>
          </a:xfrm>
          <a:prstGeom prst="blockArc">
            <a:avLst>
              <a:gd name="adj1" fmla="val 6680888"/>
              <a:gd name="adj2" fmla="val 9213370"/>
              <a:gd name="adj3" fmla="val 10492"/>
            </a:avLst>
          </a:prstGeom>
          <a:solidFill>
            <a:schemeClr val="bg1"/>
          </a:solidFill>
          <a:ln>
            <a:noFill/>
          </a:ln>
          <a:effectLst>
            <a:glow rad="558800">
              <a:schemeClr val="bg1">
                <a:lumMod val="95000"/>
                <a:alpha val="58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  <a:effectLst>
                <a:glow>
                  <a:schemeClr val="accent1">
                    <a:alpha val="40000"/>
                  </a:schemeClr>
                </a:glow>
              </a:effectLst>
            </a:endParaRPr>
          </a:p>
        </p:txBody>
      </p:sp>
      <p:sp>
        <p:nvSpPr>
          <p:cNvPr id="24" name="拱形 23">
            <a:extLst>
              <a:ext uri="{FF2B5EF4-FFF2-40B4-BE49-F238E27FC236}">
                <a16:creationId xmlns:a16="http://schemas.microsoft.com/office/drawing/2014/main" id="{2AF06AEB-80FE-364C-520A-E9849D93840B}"/>
              </a:ext>
            </a:extLst>
          </p:cNvPr>
          <p:cNvSpPr/>
          <p:nvPr/>
        </p:nvSpPr>
        <p:spPr>
          <a:xfrm rot="9900000">
            <a:off x="4563270" y="1329691"/>
            <a:ext cx="8153400" cy="8153400"/>
          </a:xfrm>
          <a:prstGeom prst="blockArc">
            <a:avLst>
              <a:gd name="adj1" fmla="val 6680888"/>
              <a:gd name="adj2" fmla="val 9213370"/>
              <a:gd name="adj3" fmla="val 10492"/>
            </a:avLst>
          </a:prstGeom>
          <a:solidFill>
            <a:schemeClr val="bg1"/>
          </a:solidFill>
          <a:ln>
            <a:noFill/>
          </a:ln>
          <a:effectLst>
            <a:glow rad="558800">
              <a:schemeClr val="bg1">
                <a:lumMod val="95000"/>
                <a:alpha val="58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  <a:effectLst>
                <a:glow>
                  <a:schemeClr val="accent1">
                    <a:alpha val="40000"/>
                  </a:schemeClr>
                </a:glow>
              </a:effectLst>
            </a:endParaRPr>
          </a:p>
        </p:txBody>
      </p:sp>
      <p:sp>
        <p:nvSpPr>
          <p:cNvPr id="25" name="拱形 24">
            <a:extLst>
              <a:ext uri="{FF2B5EF4-FFF2-40B4-BE49-F238E27FC236}">
                <a16:creationId xmlns:a16="http://schemas.microsoft.com/office/drawing/2014/main" id="{C2C0957E-95C8-704D-700F-E5D1CDBDAC94}"/>
              </a:ext>
            </a:extLst>
          </p:cNvPr>
          <p:cNvSpPr/>
          <p:nvPr/>
        </p:nvSpPr>
        <p:spPr>
          <a:xfrm rot="13200000">
            <a:off x="4563270" y="1329691"/>
            <a:ext cx="8153400" cy="8153400"/>
          </a:xfrm>
          <a:prstGeom prst="blockArc">
            <a:avLst>
              <a:gd name="adj1" fmla="val 6680888"/>
              <a:gd name="adj2" fmla="val 9213370"/>
              <a:gd name="adj3" fmla="val 10492"/>
            </a:avLst>
          </a:prstGeom>
          <a:solidFill>
            <a:schemeClr val="bg1"/>
          </a:solidFill>
          <a:ln>
            <a:noFill/>
          </a:ln>
          <a:effectLst>
            <a:glow rad="558800">
              <a:schemeClr val="bg1">
                <a:lumMod val="95000"/>
                <a:alpha val="58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  <a:effectLst>
                <a:glow>
                  <a:schemeClr val="accent1">
                    <a:alpha val="40000"/>
                  </a:schemeClr>
                </a:glow>
              </a:effectLst>
            </a:endParaRPr>
          </a:p>
        </p:txBody>
      </p:sp>
      <p:sp>
        <p:nvSpPr>
          <p:cNvPr id="2" name="拱形 1">
            <a:extLst>
              <a:ext uri="{FF2B5EF4-FFF2-40B4-BE49-F238E27FC236}">
                <a16:creationId xmlns:a16="http://schemas.microsoft.com/office/drawing/2014/main" id="{0A166A44-B774-F486-569F-6C1A70B21541}"/>
              </a:ext>
            </a:extLst>
          </p:cNvPr>
          <p:cNvSpPr/>
          <p:nvPr/>
        </p:nvSpPr>
        <p:spPr>
          <a:xfrm rot="16500000">
            <a:off x="4563268" y="1332388"/>
            <a:ext cx="8153400" cy="8153400"/>
          </a:xfrm>
          <a:prstGeom prst="blockArc">
            <a:avLst>
              <a:gd name="adj1" fmla="val 6680888"/>
              <a:gd name="adj2" fmla="val 9213370"/>
              <a:gd name="adj3" fmla="val 10492"/>
            </a:avLst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  <a:effectLst>
                <a:glow>
                  <a:schemeClr val="accent1">
                    <a:alpha val="40000"/>
                  </a:schemeClr>
                </a:glow>
              </a:effectLst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FC26B37-EDC1-E654-AE45-1AF9C6ACD0D2}"/>
              </a:ext>
            </a:extLst>
          </p:cNvPr>
          <p:cNvSpPr txBox="1"/>
          <p:nvPr/>
        </p:nvSpPr>
        <p:spPr>
          <a:xfrm>
            <a:off x="7310666" y="2713345"/>
            <a:ext cx="2658606" cy="5386090"/>
          </a:xfrm>
          <a:prstGeom prst="rect">
            <a:avLst/>
          </a:prstGeom>
          <a:noFill/>
          <a:effectLst>
            <a:glow rad="38100">
              <a:schemeClr val="bg1"/>
            </a:glow>
          </a:effectLst>
        </p:spPr>
        <p:txBody>
          <a:bodyPr wrap="square" rtlCol="0">
            <a:spAutoFit/>
          </a:bodyPr>
          <a:lstStyle/>
          <a:p>
            <a:r>
              <a:rPr lang="en-US" altLang="zh-TW" sz="34400" dirty="0">
                <a:solidFill>
                  <a:schemeClr val="bg1"/>
                </a:solidFill>
                <a:effectLst>
                  <a:glow rad="711200">
                    <a:schemeClr val="bg1">
                      <a:alpha val="63000"/>
                    </a:schemeClr>
                  </a:glow>
                </a:effectLst>
                <a:ea typeface="Adobe 繁黑體 Std B" panose="020B0700000000000000" pitchFamily="34" charset="-120"/>
              </a:rPr>
              <a:t>5</a:t>
            </a:r>
            <a:endParaRPr lang="zh-TW" altLang="en-US" sz="34400" dirty="0">
              <a:solidFill>
                <a:schemeClr val="bg1"/>
              </a:solidFill>
              <a:effectLst>
                <a:glow rad="711200">
                  <a:schemeClr val="bg1">
                    <a:alpha val="63000"/>
                  </a:schemeClr>
                </a:glow>
              </a:effectLst>
              <a:ea typeface="Adobe 繁黑體 Std B" panose="020B0700000000000000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33791018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5AD76D7-0A87-AAC6-334F-C9A87B756D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拱形 19">
            <a:extLst>
              <a:ext uri="{FF2B5EF4-FFF2-40B4-BE49-F238E27FC236}">
                <a16:creationId xmlns:a16="http://schemas.microsoft.com/office/drawing/2014/main" id="{ED0ED96C-91B8-348B-8B81-7E2A79DE0181}"/>
              </a:ext>
            </a:extLst>
          </p:cNvPr>
          <p:cNvSpPr/>
          <p:nvPr/>
        </p:nvSpPr>
        <p:spPr>
          <a:xfrm>
            <a:off x="4563269" y="1329690"/>
            <a:ext cx="8153400" cy="8153400"/>
          </a:xfrm>
          <a:prstGeom prst="blockArc">
            <a:avLst>
              <a:gd name="adj1" fmla="val 6680888"/>
              <a:gd name="adj2" fmla="val 9213370"/>
              <a:gd name="adj3" fmla="val 10492"/>
            </a:avLst>
          </a:prstGeom>
          <a:solidFill>
            <a:schemeClr val="bg1"/>
          </a:solidFill>
          <a:ln>
            <a:noFill/>
          </a:ln>
          <a:effectLst>
            <a:glow rad="558800">
              <a:schemeClr val="bg1">
                <a:lumMod val="95000"/>
                <a:alpha val="58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  <a:effectLst>
                <a:glow>
                  <a:schemeClr val="accent1">
                    <a:alpha val="40000"/>
                  </a:schemeClr>
                </a:glow>
              </a:effectLst>
            </a:endParaRPr>
          </a:p>
        </p:txBody>
      </p:sp>
      <p:sp>
        <p:nvSpPr>
          <p:cNvPr id="21" name="拱形 20">
            <a:extLst>
              <a:ext uri="{FF2B5EF4-FFF2-40B4-BE49-F238E27FC236}">
                <a16:creationId xmlns:a16="http://schemas.microsoft.com/office/drawing/2014/main" id="{9CD263E2-7F82-2C99-6F47-DE6C5E410711}"/>
              </a:ext>
            </a:extLst>
          </p:cNvPr>
          <p:cNvSpPr/>
          <p:nvPr/>
        </p:nvSpPr>
        <p:spPr>
          <a:xfrm rot="3300000">
            <a:off x="4563269" y="1329690"/>
            <a:ext cx="8153400" cy="8153400"/>
          </a:xfrm>
          <a:prstGeom prst="blockArc">
            <a:avLst>
              <a:gd name="adj1" fmla="val 6680888"/>
              <a:gd name="adj2" fmla="val 9213370"/>
              <a:gd name="adj3" fmla="val 10492"/>
            </a:avLst>
          </a:prstGeom>
          <a:solidFill>
            <a:schemeClr val="bg1"/>
          </a:solidFill>
          <a:ln>
            <a:noFill/>
          </a:ln>
          <a:effectLst>
            <a:glow rad="558800">
              <a:schemeClr val="bg1">
                <a:lumMod val="95000"/>
                <a:alpha val="58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  <a:effectLst>
                <a:glow>
                  <a:schemeClr val="accent1">
                    <a:alpha val="40000"/>
                  </a:schemeClr>
                </a:glow>
              </a:effectLst>
            </a:endParaRPr>
          </a:p>
        </p:txBody>
      </p:sp>
      <p:sp>
        <p:nvSpPr>
          <p:cNvPr id="22" name="拱形 21">
            <a:extLst>
              <a:ext uri="{FF2B5EF4-FFF2-40B4-BE49-F238E27FC236}">
                <a16:creationId xmlns:a16="http://schemas.microsoft.com/office/drawing/2014/main" id="{A9BAAABC-E8EE-6CBB-19BC-750584FDE1D7}"/>
              </a:ext>
            </a:extLst>
          </p:cNvPr>
          <p:cNvSpPr/>
          <p:nvPr/>
        </p:nvSpPr>
        <p:spPr>
          <a:xfrm rot="6600000">
            <a:off x="4563269" y="1329690"/>
            <a:ext cx="8153400" cy="8153400"/>
          </a:xfrm>
          <a:prstGeom prst="blockArc">
            <a:avLst>
              <a:gd name="adj1" fmla="val 6680888"/>
              <a:gd name="adj2" fmla="val 9213370"/>
              <a:gd name="adj3" fmla="val 10492"/>
            </a:avLst>
          </a:prstGeom>
          <a:solidFill>
            <a:schemeClr val="bg1"/>
          </a:solidFill>
          <a:ln>
            <a:noFill/>
          </a:ln>
          <a:effectLst>
            <a:glow rad="558800">
              <a:schemeClr val="bg1">
                <a:lumMod val="95000"/>
                <a:alpha val="58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  <a:effectLst>
                <a:glow>
                  <a:schemeClr val="accent1">
                    <a:alpha val="40000"/>
                  </a:schemeClr>
                </a:glow>
              </a:effectLst>
            </a:endParaRPr>
          </a:p>
        </p:txBody>
      </p:sp>
      <p:sp>
        <p:nvSpPr>
          <p:cNvPr id="24" name="拱形 23">
            <a:extLst>
              <a:ext uri="{FF2B5EF4-FFF2-40B4-BE49-F238E27FC236}">
                <a16:creationId xmlns:a16="http://schemas.microsoft.com/office/drawing/2014/main" id="{211F380B-1E2C-2AE4-D453-FFAEE4704D0A}"/>
              </a:ext>
            </a:extLst>
          </p:cNvPr>
          <p:cNvSpPr/>
          <p:nvPr/>
        </p:nvSpPr>
        <p:spPr>
          <a:xfrm rot="9900000">
            <a:off x="4563270" y="1329691"/>
            <a:ext cx="8153400" cy="8153400"/>
          </a:xfrm>
          <a:prstGeom prst="blockArc">
            <a:avLst>
              <a:gd name="adj1" fmla="val 6680888"/>
              <a:gd name="adj2" fmla="val 9213370"/>
              <a:gd name="adj3" fmla="val 10492"/>
            </a:avLst>
          </a:prstGeom>
          <a:solidFill>
            <a:schemeClr val="bg1"/>
          </a:solidFill>
          <a:ln>
            <a:noFill/>
          </a:ln>
          <a:effectLst>
            <a:glow rad="558800">
              <a:schemeClr val="bg1">
                <a:lumMod val="95000"/>
                <a:alpha val="58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  <a:effectLst>
                <a:glow>
                  <a:schemeClr val="accent1">
                    <a:alpha val="40000"/>
                  </a:schemeClr>
                </a:glow>
              </a:effectLst>
            </a:endParaRPr>
          </a:p>
        </p:txBody>
      </p:sp>
      <p:sp>
        <p:nvSpPr>
          <p:cNvPr id="25" name="拱形 24">
            <a:extLst>
              <a:ext uri="{FF2B5EF4-FFF2-40B4-BE49-F238E27FC236}">
                <a16:creationId xmlns:a16="http://schemas.microsoft.com/office/drawing/2014/main" id="{AD834D76-5197-5C42-197C-EE1BE381F584}"/>
              </a:ext>
            </a:extLst>
          </p:cNvPr>
          <p:cNvSpPr/>
          <p:nvPr/>
        </p:nvSpPr>
        <p:spPr>
          <a:xfrm rot="13200000">
            <a:off x="4563270" y="1329691"/>
            <a:ext cx="8153400" cy="8153400"/>
          </a:xfrm>
          <a:prstGeom prst="blockArc">
            <a:avLst>
              <a:gd name="adj1" fmla="val 6680888"/>
              <a:gd name="adj2" fmla="val 9213370"/>
              <a:gd name="adj3" fmla="val 10492"/>
            </a:avLst>
          </a:prstGeom>
          <a:solidFill>
            <a:schemeClr val="bg1"/>
          </a:solidFill>
          <a:ln>
            <a:noFill/>
          </a:ln>
          <a:effectLst>
            <a:glow rad="558800">
              <a:schemeClr val="bg1">
                <a:lumMod val="95000"/>
                <a:alpha val="58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  <a:effectLst>
                <a:glow>
                  <a:schemeClr val="accent1">
                    <a:alpha val="40000"/>
                  </a:schemeClr>
                </a:glow>
              </a:effectLst>
            </a:endParaRPr>
          </a:p>
        </p:txBody>
      </p:sp>
      <p:sp>
        <p:nvSpPr>
          <p:cNvPr id="26" name="拱形 25">
            <a:extLst>
              <a:ext uri="{FF2B5EF4-FFF2-40B4-BE49-F238E27FC236}">
                <a16:creationId xmlns:a16="http://schemas.microsoft.com/office/drawing/2014/main" id="{D0C7BDC1-65DA-0399-73E5-7EAA2FDAFDD6}"/>
              </a:ext>
            </a:extLst>
          </p:cNvPr>
          <p:cNvSpPr/>
          <p:nvPr/>
        </p:nvSpPr>
        <p:spPr>
          <a:xfrm rot="16500000">
            <a:off x="4563270" y="1329691"/>
            <a:ext cx="8153400" cy="8153400"/>
          </a:xfrm>
          <a:prstGeom prst="blockArc">
            <a:avLst>
              <a:gd name="adj1" fmla="val 6680888"/>
              <a:gd name="adj2" fmla="val 9213370"/>
              <a:gd name="adj3" fmla="val 10492"/>
            </a:avLst>
          </a:prstGeom>
          <a:solidFill>
            <a:schemeClr val="bg1"/>
          </a:solidFill>
          <a:ln>
            <a:noFill/>
          </a:ln>
          <a:effectLst>
            <a:glow rad="558800">
              <a:schemeClr val="bg1">
                <a:lumMod val="95000"/>
                <a:alpha val="58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  <a:effectLst>
                <a:glow>
                  <a:schemeClr val="accent1">
                    <a:alpha val="40000"/>
                  </a:schemeClr>
                </a:glow>
              </a:effectLst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8718EE7C-07E2-55B4-C00A-296F9C016900}"/>
              </a:ext>
            </a:extLst>
          </p:cNvPr>
          <p:cNvSpPr txBox="1"/>
          <p:nvPr/>
        </p:nvSpPr>
        <p:spPr>
          <a:xfrm>
            <a:off x="7310666" y="2713345"/>
            <a:ext cx="2658606" cy="5386090"/>
          </a:xfrm>
          <a:prstGeom prst="rect">
            <a:avLst/>
          </a:prstGeom>
          <a:noFill/>
          <a:effectLst>
            <a:glow rad="38100">
              <a:schemeClr val="bg1"/>
            </a:glow>
          </a:effectLst>
        </p:spPr>
        <p:txBody>
          <a:bodyPr wrap="square" rtlCol="0">
            <a:spAutoFit/>
          </a:bodyPr>
          <a:lstStyle/>
          <a:p>
            <a:r>
              <a:rPr lang="en-US" altLang="zh-TW" sz="34400" dirty="0">
                <a:solidFill>
                  <a:schemeClr val="bg1"/>
                </a:solidFill>
                <a:effectLst>
                  <a:glow rad="1219200">
                    <a:schemeClr val="bg1">
                      <a:alpha val="63000"/>
                    </a:schemeClr>
                  </a:glow>
                </a:effectLst>
                <a:ea typeface="Adobe 繁黑體 Std B" panose="020B0700000000000000" pitchFamily="34" charset="-120"/>
              </a:rPr>
              <a:t>6</a:t>
            </a:r>
            <a:endParaRPr lang="zh-TW" altLang="en-US" sz="34400" dirty="0">
              <a:solidFill>
                <a:schemeClr val="bg1"/>
              </a:solidFill>
              <a:effectLst>
                <a:glow rad="1219200">
                  <a:schemeClr val="bg1">
                    <a:alpha val="63000"/>
                  </a:schemeClr>
                </a:glow>
              </a:effectLst>
              <a:ea typeface="Adobe 繁黑體 Std B" panose="020B0700000000000000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61985971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8C6CA76-7245-1148-9FA5-E2CBE41507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拱形 16">
            <a:extLst>
              <a:ext uri="{FF2B5EF4-FFF2-40B4-BE49-F238E27FC236}">
                <a16:creationId xmlns:a16="http://schemas.microsoft.com/office/drawing/2014/main" id="{1929172E-1FAC-02CE-C983-60FF84EE80E3}"/>
              </a:ext>
            </a:extLst>
          </p:cNvPr>
          <p:cNvSpPr/>
          <p:nvPr/>
        </p:nvSpPr>
        <p:spPr>
          <a:xfrm>
            <a:off x="4563269" y="819150"/>
            <a:ext cx="8153400" cy="8153400"/>
          </a:xfrm>
          <a:prstGeom prst="blockArc">
            <a:avLst>
              <a:gd name="adj1" fmla="val 6680888"/>
              <a:gd name="adj2" fmla="val 9213370"/>
              <a:gd name="adj3" fmla="val 10492"/>
            </a:avLst>
          </a:prstGeom>
          <a:solidFill>
            <a:srgbClr val="7F7F7F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  <a:effectLst>
                <a:glow>
                  <a:schemeClr val="accent1">
                    <a:alpha val="40000"/>
                  </a:schemeClr>
                </a:glow>
              </a:effectLst>
            </a:endParaRPr>
          </a:p>
        </p:txBody>
      </p:sp>
      <p:sp>
        <p:nvSpPr>
          <p:cNvPr id="6" name="拱形 5">
            <a:extLst>
              <a:ext uri="{FF2B5EF4-FFF2-40B4-BE49-F238E27FC236}">
                <a16:creationId xmlns:a16="http://schemas.microsoft.com/office/drawing/2014/main" id="{807087C1-7191-E689-98A4-A45C70AD50D5}"/>
              </a:ext>
            </a:extLst>
          </p:cNvPr>
          <p:cNvSpPr/>
          <p:nvPr/>
        </p:nvSpPr>
        <p:spPr>
          <a:xfrm rot="3300000">
            <a:off x="4563269" y="819150"/>
            <a:ext cx="8153400" cy="8153400"/>
          </a:xfrm>
          <a:prstGeom prst="blockArc">
            <a:avLst>
              <a:gd name="adj1" fmla="val 6680888"/>
              <a:gd name="adj2" fmla="val 9213370"/>
              <a:gd name="adj3" fmla="val 10492"/>
            </a:avLst>
          </a:prstGeom>
          <a:solidFill>
            <a:srgbClr val="7F7F7F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  <a:effectLst>
                <a:glow>
                  <a:schemeClr val="accent1">
                    <a:alpha val="40000"/>
                  </a:schemeClr>
                </a:glow>
              </a:effectLst>
            </a:endParaRPr>
          </a:p>
        </p:txBody>
      </p:sp>
      <p:sp>
        <p:nvSpPr>
          <p:cNvPr id="7" name="拱形 6">
            <a:extLst>
              <a:ext uri="{FF2B5EF4-FFF2-40B4-BE49-F238E27FC236}">
                <a16:creationId xmlns:a16="http://schemas.microsoft.com/office/drawing/2014/main" id="{DAAC7C08-2910-4505-B617-CD6E5969B200}"/>
              </a:ext>
            </a:extLst>
          </p:cNvPr>
          <p:cNvSpPr/>
          <p:nvPr/>
        </p:nvSpPr>
        <p:spPr>
          <a:xfrm rot="6600000">
            <a:off x="4563269" y="819150"/>
            <a:ext cx="8153400" cy="8153400"/>
          </a:xfrm>
          <a:prstGeom prst="blockArc">
            <a:avLst>
              <a:gd name="adj1" fmla="val 6680888"/>
              <a:gd name="adj2" fmla="val 9213370"/>
              <a:gd name="adj3" fmla="val 10492"/>
            </a:avLst>
          </a:prstGeom>
          <a:solidFill>
            <a:srgbClr val="7F7F7F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  <a:effectLst>
                <a:glow>
                  <a:schemeClr val="accent1">
                    <a:alpha val="40000"/>
                  </a:schemeClr>
                </a:glow>
              </a:effectLst>
            </a:endParaRPr>
          </a:p>
        </p:txBody>
      </p:sp>
      <p:sp>
        <p:nvSpPr>
          <p:cNvPr id="9" name="拱形 8">
            <a:extLst>
              <a:ext uri="{FF2B5EF4-FFF2-40B4-BE49-F238E27FC236}">
                <a16:creationId xmlns:a16="http://schemas.microsoft.com/office/drawing/2014/main" id="{E897C9E8-FC33-A195-F97A-3AF9C6F474B7}"/>
              </a:ext>
            </a:extLst>
          </p:cNvPr>
          <p:cNvSpPr/>
          <p:nvPr/>
        </p:nvSpPr>
        <p:spPr>
          <a:xfrm rot="9900000">
            <a:off x="4563270" y="819151"/>
            <a:ext cx="8153400" cy="8153400"/>
          </a:xfrm>
          <a:prstGeom prst="blockArc">
            <a:avLst>
              <a:gd name="adj1" fmla="val 6680888"/>
              <a:gd name="adj2" fmla="val 9213370"/>
              <a:gd name="adj3" fmla="val 10492"/>
            </a:avLst>
          </a:prstGeom>
          <a:solidFill>
            <a:srgbClr val="7F7F7F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  <a:effectLst>
                <a:glow>
                  <a:schemeClr val="accent1">
                    <a:alpha val="40000"/>
                  </a:schemeClr>
                </a:glow>
              </a:effectLst>
            </a:endParaRPr>
          </a:p>
        </p:txBody>
      </p:sp>
      <p:sp>
        <p:nvSpPr>
          <p:cNvPr id="11" name="拱形 10">
            <a:extLst>
              <a:ext uri="{FF2B5EF4-FFF2-40B4-BE49-F238E27FC236}">
                <a16:creationId xmlns:a16="http://schemas.microsoft.com/office/drawing/2014/main" id="{26D9334F-1DBB-BB27-9A12-AAD8592DC0EC}"/>
              </a:ext>
            </a:extLst>
          </p:cNvPr>
          <p:cNvSpPr/>
          <p:nvPr/>
        </p:nvSpPr>
        <p:spPr>
          <a:xfrm rot="13200000">
            <a:off x="4563270" y="819151"/>
            <a:ext cx="8153400" cy="8153400"/>
          </a:xfrm>
          <a:prstGeom prst="blockArc">
            <a:avLst>
              <a:gd name="adj1" fmla="val 6680888"/>
              <a:gd name="adj2" fmla="val 9213370"/>
              <a:gd name="adj3" fmla="val 10492"/>
            </a:avLst>
          </a:prstGeom>
          <a:solidFill>
            <a:srgbClr val="7F7F7F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  <a:effectLst>
                <a:glow>
                  <a:schemeClr val="accent1">
                    <a:alpha val="40000"/>
                  </a:schemeClr>
                </a:glow>
              </a:effectLst>
            </a:endParaRPr>
          </a:p>
        </p:txBody>
      </p:sp>
      <p:sp>
        <p:nvSpPr>
          <p:cNvPr id="12" name="拱形 11">
            <a:extLst>
              <a:ext uri="{FF2B5EF4-FFF2-40B4-BE49-F238E27FC236}">
                <a16:creationId xmlns:a16="http://schemas.microsoft.com/office/drawing/2014/main" id="{20AF0BFE-FD62-9424-6A37-849F50C247B1}"/>
              </a:ext>
            </a:extLst>
          </p:cNvPr>
          <p:cNvSpPr/>
          <p:nvPr/>
        </p:nvSpPr>
        <p:spPr>
          <a:xfrm rot="16500000">
            <a:off x="4563270" y="819151"/>
            <a:ext cx="8153400" cy="8153400"/>
          </a:xfrm>
          <a:prstGeom prst="blockArc">
            <a:avLst>
              <a:gd name="adj1" fmla="val 6680888"/>
              <a:gd name="adj2" fmla="val 9213370"/>
              <a:gd name="adj3" fmla="val 10492"/>
            </a:avLst>
          </a:prstGeom>
          <a:solidFill>
            <a:srgbClr val="7F7F7F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  <a:effectLst>
                <a:glow>
                  <a:schemeClr val="accent1">
                    <a:alpha val="40000"/>
                  </a:schemeClr>
                </a:glow>
              </a:effectLst>
            </a:endParaRP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E5AE8C48-25D6-5381-2979-978ACE5D0359}"/>
              </a:ext>
            </a:extLst>
          </p:cNvPr>
          <p:cNvSpPr txBox="1"/>
          <p:nvPr/>
        </p:nvSpPr>
        <p:spPr>
          <a:xfrm>
            <a:off x="7310666" y="2202805"/>
            <a:ext cx="2658606" cy="53860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4400" dirty="0">
                <a:solidFill>
                  <a:schemeClr val="bg1"/>
                </a:solidFill>
                <a:ea typeface="Adobe 繁黑體 Std B" panose="020B0700000000000000" pitchFamily="34" charset="-120"/>
              </a:rPr>
              <a:t>0</a:t>
            </a:r>
            <a:endParaRPr lang="zh-TW" altLang="en-US" sz="34400" dirty="0">
              <a:solidFill>
                <a:schemeClr val="bg1"/>
              </a:solidFill>
              <a:ea typeface="Adobe 繁黑體 Std B" panose="020B0700000000000000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14435503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AC6BBA0-0898-C0C7-E505-C45B5F6F49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拱形 16">
            <a:extLst>
              <a:ext uri="{FF2B5EF4-FFF2-40B4-BE49-F238E27FC236}">
                <a16:creationId xmlns:a16="http://schemas.microsoft.com/office/drawing/2014/main" id="{FEEDDCC7-D98E-702F-F3EB-268FD4A847F1}"/>
              </a:ext>
            </a:extLst>
          </p:cNvPr>
          <p:cNvSpPr/>
          <p:nvPr/>
        </p:nvSpPr>
        <p:spPr>
          <a:xfrm>
            <a:off x="4563269" y="819150"/>
            <a:ext cx="8153400" cy="8153400"/>
          </a:xfrm>
          <a:prstGeom prst="blockArc">
            <a:avLst>
              <a:gd name="adj1" fmla="val 6680888"/>
              <a:gd name="adj2" fmla="val 9213370"/>
              <a:gd name="adj3" fmla="val 10492"/>
            </a:avLst>
          </a:prstGeom>
          <a:solidFill>
            <a:schemeClr val="bg1"/>
          </a:solidFill>
          <a:ln>
            <a:noFill/>
          </a:ln>
          <a:effectLst>
            <a:glow rad="558800">
              <a:schemeClr val="bg1">
                <a:lumMod val="95000"/>
                <a:alpha val="58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  <a:effectLst>
                <a:glow>
                  <a:schemeClr val="accent1">
                    <a:alpha val="40000"/>
                  </a:schemeClr>
                </a:glow>
              </a:effectLst>
            </a:endParaRP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E5728E4E-C575-812D-FDC9-11089362FEBA}"/>
              </a:ext>
            </a:extLst>
          </p:cNvPr>
          <p:cNvSpPr txBox="1"/>
          <p:nvPr/>
        </p:nvSpPr>
        <p:spPr>
          <a:xfrm>
            <a:off x="7310666" y="2202805"/>
            <a:ext cx="2658606" cy="5386090"/>
          </a:xfrm>
          <a:prstGeom prst="rect">
            <a:avLst/>
          </a:prstGeom>
          <a:noFill/>
          <a:effectLst>
            <a:glow rad="38100">
              <a:schemeClr val="bg1"/>
            </a:glow>
          </a:effectLst>
        </p:spPr>
        <p:txBody>
          <a:bodyPr wrap="square" rtlCol="0">
            <a:spAutoFit/>
          </a:bodyPr>
          <a:lstStyle/>
          <a:p>
            <a:r>
              <a:rPr lang="en-US" altLang="zh-TW" sz="34400" dirty="0">
                <a:solidFill>
                  <a:schemeClr val="bg1"/>
                </a:solidFill>
                <a:effectLst>
                  <a:glow rad="88900">
                    <a:schemeClr val="bg1">
                      <a:alpha val="63000"/>
                    </a:schemeClr>
                  </a:glow>
                </a:effectLst>
                <a:ea typeface="Adobe 繁黑體 Std B" panose="020B0700000000000000" pitchFamily="34" charset="-120"/>
              </a:rPr>
              <a:t>1</a:t>
            </a:r>
            <a:endParaRPr lang="zh-TW" altLang="en-US" sz="34400" dirty="0">
              <a:solidFill>
                <a:schemeClr val="bg1"/>
              </a:solidFill>
              <a:effectLst>
                <a:glow rad="88900">
                  <a:schemeClr val="bg1">
                    <a:alpha val="63000"/>
                  </a:schemeClr>
                </a:glow>
              </a:effectLst>
              <a:ea typeface="Adobe 繁黑體 Std B" panose="020B0700000000000000" pitchFamily="34" charset="-120"/>
            </a:endParaRPr>
          </a:p>
        </p:txBody>
      </p:sp>
      <p:sp>
        <p:nvSpPr>
          <p:cNvPr id="2" name="拱形 1">
            <a:extLst>
              <a:ext uri="{FF2B5EF4-FFF2-40B4-BE49-F238E27FC236}">
                <a16:creationId xmlns:a16="http://schemas.microsoft.com/office/drawing/2014/main" id="{64AA2E1B-4501-A896-B8DE-717278F2632E}"/>
              </a:ext>
            </a:extLst>
          </p:cNvPr>
          <p:cNvSpPr/>
          <p:nvPr/>
        </p:nvSpPr>
        <p:spPr>
          <a:xfrm rot="16500000">
            <a:off x="4563269" y="819150"/>
            <a:ext cx="8153400" cy="8153400"/>
          </a:xfrm>
          <a:prstGeom prst="blockArc">
            <a:avLst>
              <a:gd name="adj1" fmla="val 6680888"/>
              <a:gd name="adj2" fmla="val 9213370"/>
              <a:gd name="adj3" fmla="val 10492"/>
            </a:avLst>
          </a:prstGeom>
          <a:solidFill>
            <a:srgbClr val="7F7F7F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  <a:effectLst>
                <a:glow>
                  <a:schemeClr val="accent1">
                    <a:alpha val="40000"/>
                  </a:schemeClr>
                </a:glow>
              </a:effectLst>
            </a:endParaRPr>
          </a:p>
        </p:txBody>
      </p:sp>
      <p:sp>
        <p:nvSpPr>
          <p:cNvPr id="3" name="拱形 2">
            <a:extLst>
              <a:ext uri="{FF2B5EF4-FFF2-40B4-BE49-F238E27FC236}">
                <a16:creationId xmlns:a16="http://schemas.microsoft.com/office/drawing/2014/main" id="{D3589638-EA21-8F24-58DC-32A6ED26EEFC}"/>
              </a:ext>
            </a:extLst>
          </p:cNvPr>
          <p:cNvSpPr/>
          <p:nvPr/>
        </p:nvSpPr>
        <p:spPr>
          <a:xfrm rot="13200000">
            <a:off x="4563269" y="819149"/>
            <a:ext cx="8153400" cy="8153400"/>
          </a:xfrm>
          <a:prstGeom prst="blockArc">
            <a:avLst>
              <a:gd name="adj1" fmla="val 6680888"/>
              <a:gd name="adj2" fmla="val 9213370"/>
              <a:gd name="adj3" fmla="val 10492"/>
            </a:avLst>
          </a:prstGeom>
          <a:solidFill>
            <a:srgbClr val="7F7F7F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  <a:effectLst>
                <a:glow>
                  <a:schemeClr val="accent1">
                    <a:alpha val="40000"/>
                  </a:schemeClr>
                </a:glow>
              </a:effectLst>
            </a:endParaRPr>
          </a:p>
        </p:txBody>
      </p:sp>
      <p:sp>
        <p:nvSpPr>
          <p:cNvPr id="4" name="拱形 3">
            <a:extLst>
              <a:ext uri="{FF2B5EF4-FFF2-40B4-BE49-F238E27FC236}">
                <a16:creationId xmlns:a16="http://schemas.microsoft.com/office/drawing/2014/main" id="{9CC4507A-7642-F4CA-8933-578F174FCB7A}"/>
              </a:ext>
            </a:extLst>
          </p:cNvPr>
          <p:cNvSpPr/>
          <p:nvPr/>
        </p:nvSpPr>
        <p:spPr>
          <a:xfrm rot="9900000">
            <a:off x="4563269" y="819148"/>
            <a:ext cx="8153400" cy="8153400"/>
          </a:xfrm>
          <a:prstGeom prst="blockArc">
            <a:avLst>
              <a:gd name="adj1" fmla="val 6680888"/>
              <a:gd name="adj2" fmla="val 9213370"/>
              <a:gd name="adj3" fmla="val 10492"/>
            </a:avLst>
          </a:prstGeom>
          <a:solidFill>
            <a:srgbClr val="7F7F7F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  <a:effectLst>
                <a:glow>
                  <a:schemeClr val="accent1">
                    <a:alpha val="40000"/>
                  </a:schemeClr>
                </a:glow>
              </a:effectLst>
            </a:endParaRPr>
          </a:p>
        </p:txBody>
      </p:sp>
      <p:sp>
        <p:nvSpPr>
          <p:cNvPr id="5" name="拱形 4">
            <a:extLst>
              <a:ext uri="{FF2B5EF4-FFF2-40B4-BE49-F238E27FC236}">
                <a16:creationId xmlns:a16="http://schemas.microsoft.com/office/drawing/2014/main" id="{9970EE76-8FB1-DE7B-359A-7A48405966BE}"/>
              </a:ext>
            </a:extLst>
          </p:cNvPr>
          <p:cNvSpPr/>
          <p:nvPr/>
        </p:nvSpPr>
        <p:spPr>
          <a:xfrm rot="6600000">
            <a:off x="4563269" y="819148"/>
            <a:ext cx="8153400" cy="8153400"/>
          </a:xfrm>
          <a:prstGeom prst="blockArc">
            <a:avLst>
              <a:gd name="adj1" fmla="val 6680888"/>
              <a:gd name="adj2" fmla="val 9213370"/>
              <a:gd name="adj3" fmla="val 10492"/>
            </a:avLst>
          </a:prstGeom>
          <a:solidFill>
            <a:srgbClr val="7F7F7F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  <a:effectLst>
                <a:glow>
                  <a:schemeClr val="accent1">
                    <a:alpha val="40000"/>
                  </a:schemeClr>
                </a:glow>
              </a:effectLst>
            </a:endParaRPr>
          </a:p>
        </p:txBody>
      </p:sp>
      <p:sp>
        <p:nvSpPr>
          <p:cNvPr id="8" name="拱形 7">
            <a:extLst>
              <a:ext uri="{FF2B5EF4-FFF2-40B4-BE49-F238E27FC236}">
                <a16:creationId xmlns:a16="http://schemas.microsoft.com/office/drawing/2014/main" id="{BC53C43E-3C04-0F74-AFA4-20B02BF1ECB2}"/>
              </a:ext>
            </a:extLst>
          </p:cNvPr>
          <p:cNvSpPr/>
          <p:nvPr/>
        </p:nvSpPr>
        <p:spPr>
          <a:xfrm rot="3300000">
            <a:off x="4563269" y="819147"/>
            <a:ext cx="8153400" cy="8153400"/>
          </a:xfrm>
          <a:prstGeom prst="blockArc">
            <a:avLst>
              <a:gd name="adj1" fmla="val 6680888"/>
              <a:gd name="adj2" fmla="val 9213370"/>
              <a:gd name="adj3" fmla="val 10492"/>
            </a:avLst>
          </a:prstGeom>
          <a:solidFill>
            <a:srgbClr val="7F7F7F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  <a:effectLst>
                <a:glow>
                  <a:schemeClr val="accent1">
                    <a:alpha val="40000"/>
                  </a:schemeClr>
                </a:glo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5327818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17BD5E7-C5F2-05FD-6A02-F732AEA163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拱形 16">
            <a:extLst>
              <a:ext uri="{FF2B5EF4-FFF2-40B4-BE49-F238E27FC236}">
                <a16:creationId xmlns:a16="http://schemas.microsoft.com/office/drawing/2014/main" id="{6F05CBF8-0BEB-F416-9395-7E6DB29A4D82}"/>
              </a:ext>
            </a:extLst>
          </p:cNvPr>
          <p:cNvSpPr/>
          <p:nvPr/>
        </p:nvSpPr>
        <p:spPr>
          <a:xfrm>
            <a:off x="4563269" y="819150"/>
            <a:ext cx="8153400" cy="8153400"/>
          </a:xfrm>
          <a:prstGeom prst="blockArc">
            <a:avLst>
              <a:gd name="adj1" fmla="val 6680888"/>
              <a:gd name="adj2" fmla="val 9213370"/>
              <a:gd name="adj3" fmla="val 10492"/>
            </a:avLst>
          </a:prstGeom>
          <a:solidFill>
            <a:schemeClr val="bg1"/>
          </a:solidFill>
          <a:ln>
            <a:noFill/>
          </a:ln>
          <a:effectLst>
            <a:glow rad="558800">
              <a:schemeClr val="bg1">
                <a:lumMod val="95000"/>
                <a:alpha val="58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  <a:effectLst>
                <a:glow>
                  <a:schemeClr val="accent1">
                    <a:alpha val="40000"/>
                  </a:schemeClr>
                </a:glow>
              </a:effectLst>
            </a:endParaRPr>
          </a:p>
        </p:txBody>
      </p:sp>
      <p:sp>
        <p:nvSpPr>
          <p:cNvPr id="6" name="拱形 5">
            <a:extLst>
              <a:ext uri="{FF2B5EF4-FFF2-40B4-BE49-F238E27FC236}">
                <a16:creationId xmlns:a16="http://schemas.microsoft.com/office/drawing/2014/main" id="{771B6710-E644-050E-5AB0-6D95726A5E7A}"/>
              </a:ext>
            </a:extLst>
          </p:cNvPr>
          <p:cNvSpPr/>
          <p:nvPr/>
        </p:nvSpPr>
        <p:spPr>
          <a:xfrm rot="3300000">
            <a:off x="4563269" y="819150"/>
            <a:ext cx="8153400" cy="8153400"/>
          </a:xfrm>
          <a:prstGeom prst="blockArc">
            <a:avLst>
              <a:gd name="adj1" fmla="val 6680888"/>
              <a:gd name="adj2" fmla="val 9213370"/>
              <a:gd name="adj3" fmla="val 10492"/>
            </a:avLst>
          </a:prstGeom>
          <a:solidFill>
            <a:schemeClr val="bg1"/>
          </a:solidFill>
          <a:ln>
            <a:noFill/>
          </a:ln>
          <a:effectLst>
            <a:glow rad="558800">
              <a:schemeClr val="bg1">
                <a:lumMod val="95000"/>
                <a:alpha val="58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  <a:effectLst>
                <a:glow>
                  <a:schemeClr val="accent1">
                    <a:alpha val="40000"/>
                  </a:schemeClr>
                </a:glow>
              </a:effectLst>
            </a:endParaRP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C051EFE2-BBBE-AD34-A2C1-ED388F83980D}"/>
              </a:ext>
            </a:extLst>
          </p:cNvPr>
          <p:cNvSpPr txBox="1"/>
          <p:nvPr/>
        </p:nvSpPr>
        <p:spPr>
          <a:xfrm>
            <a:off x="7310666" y="2202805"/>
            <a:ext cx="2658606" cy="5386090"/>
          </a:xfrm>
          <a:prstGeom prst="rect">
            <a:avLst/>
          </a:prstGeom>
          <a:noFill/>
          <a:effectLst>
            <a:glow rad="38100">
              <a:schemeClr val="bg1"/>
            </a:glow>
          </a:effectLst>
        </p:spPr>
        <p:txBody>
          <a:bodyPr wrap="square" rtlCol="0">
            <a:spAutoFit/>
          </a:bodyPr>
          <a:lstStyle/>
          <a:p>
            <a:r>
              <a:rPr lang="en-US" altLang="zh-TW" sz="34400" dirty="0">
                <a:solidFill>
                  <a:schemeClr val="bg1"/>
                </a:solidFill>
                <a:effectLst>
                  <a:glow rad="139700">
                    <a:schemeClr val="bg1">
                      <a:alpha val="63000"/>
                    </a:schemeClr>
                  </a:glow>
                </a:effectLst>
                <a:ea typeface="Adobe 繁黑體 Std B" panose="020B0700000000000000" pitchFamily="34" charset="-120"/>
              </a:rPr>
              <a:t>2</a:t>
            </a:r>
            <a:endParaRPr lang="zh-TW" altLang="en-US" sz="34400" dirty="0">
              <a:solidFill>
                <a:schemeClr val="bg1"/>
              </a:solidFill>
              <a:effectLst>
                <a:glow rad="139700">
                  <a:schemeClr val="bg1">
                    <a:alpha val="63000"/>
                  </a:schemeClr>
                </a:glow>
              </a:effectLst>
              <a:ea typeface="Adobe 繁黑體 Std B" panose="020B0700000000000000" pitchFamily="34" charset="-120"/>
            </a:endParaRPr>
          </a:p>
        </p:txBody>
      </p:sp>
      <p:sp>
        <p:nvSpPr>
          <p:cNvPr id="2" name="拱形 1">
            <a:extLst>
              <a:ext uri="{FF2B5EF4-FFF2-40B4-BE49-F238E27FC236}">
                <a16:creationId xmlns:a16="http://schemas.microsoft.com/office/drawing/2014/main" id="{C2B68F2C-EC78-1EEB-AC63-EAFF01A22F1F}"/>
              </a:ext>
            </a:extLst>
          </p:cNvPr>
          <p:cNvSpPr/>
          <p:nvPr/>
        </p:nvSpPr>
        <p:spPr>
          <a:xfrm rot="16500000">
            <a:off x="4563269" y="819150"/>
            <a:ext cx="8153400" cy="8153400"/>
          </a:xfrm>
          <a:prstGeom prst="blockArc">
            <a:avLst>
              <a:gd name="adj1" fmla="val 6680888"/>
              <a:gd name="adj2" fmla="val 9213370"/>
              <a:gd name="adj3" fmla="val 10492"/>
            </a:avLst>
          </a:prstGeom>
          <a:solidFill>
            <a:srgbClr val="7F7F7F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  <a:effectLst>
                <a:glow>
                  <a:schemeClr val="accent1">
                    <a:alpha val="40000"/>
                  </a:schemeClr>
                </a:glow>
              </a:effectLst>
            </a:endParaRPr>
          </a:p>
        </p:txBody>
      </p:sp>
      <p:sp>
        <p:nvSpPr>
          <p:cNvPr id="3" name="拱形 2">
            <a:extLst>
              <a:ext uri="{FF2B5EF4-FFF2-40B4-BE49-F238E27FC236}">
                <a16:creationId xmlns:a16="http://schemas.microsoft.com/office/drawing/2014/main" id="{B1EA52DB-BB97-A210-ADF7-74207AFBAEE5}"/>
              </a:ext>
            </a:extLst>
          </p:cNvPr>
          <p:cNvSpPr/>
          <p:nvPr/>
        </p:nvSpPr>
        <p:spPr>
          <a:xfrm rot="13200000">
            <a:off x="4563269" y="819149"/>
            <a:ext cx="8153400" cy="8153400"/>
          </a:xfrm>
          <a:prstGeom prst="blockArc">
            <a:avLst>
              <a:gd name="adj1" fmla="val 6680888"/>
              <a:gd name="adj2" fmla="val 9213370"/>
              <a:gd name="adj3" fmla="val 10492"/>
            </a:avLst>
          </a:prstGeom>
          <a:solidFill>
            <a:srgbClr val="7F7F7F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  <a:effectLst>
                <a:glow>
                  <a:schemeClr val="accent1">
                    <a:alpha val="40000"/>
                  </a:schemeClr>
                </a:glow>
              </a:effectLst>
            </a:endParaRPr>
          </a:p>
        </p:txBody>
      </p:sp>
      <p:sp>
        <p:nvSpPr>
          <p:cNvPr id="4" name="拱形 3">
            <a:extLst>
              <a:ext uri="{FF2B5EF4-FFF2-40B4-BE49-F238E27FC236}">
                <a16:creationId xmlns:a16="http://schemas.microsoft.com/office/drawing/2014/main" id="{1307905D-6308-1CFE-1CA1-5550E9847B98}"/>
              </a:ext>
            </a:extLst>
          </p:cNvPr>
          <p:cNvSpPr/>
          <p:nvPr/>
        </p:nvSpPr>
        <p:spPr>
          <a:xfrm rot="9900000">
            <a:off x="4563269" y="819148"/>
            <a:ext cx="8153400" cy="8153400"/>
          </a:xfrm>
          <a:prstGeom prst="blockArc">
            <a:avLst>
              <a:gd name="adj1" fmla="val 6680888"/>
              <a:gd name="adj2" fmla="val 9213370"/>
              <a:gd name="adj3" fmla="val 10492"/>
            </a:avLst>
          </a:prstGeom>
          <a:solidFill>
            <a:srgbClr val="7F7F7F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  <a:effectLst>
                <a:glow>
                  <a:schemeClr val="accent1">
                    <a:alpha val="40000"/>
                  </a:schemeClr>
                </a:glow>
              </a:effectLst>
            </a:endParaRPr>
          </a:p>
        </p:txBody>
      </p:sp>
      <p:sp>
        <p:nvSpPr>
          <p:cNvPr id="5" name="拱形 4">
            <a:extLst>
              <a:ext uri="{FF2B5EF4-FFF2-40B4-BE49-F238E27FC236}">
                <a16:creationId xmlns:a16="http://schemas.microsoft.com/office/drawing/2014/main" id="{57290788-39BB-B1DF-D820-6E48D5858CF5}"/>
              </a:ext>
            </a:extLst>
          </p:cNvPr>
          <p:cNvSpPr/>
          <p:nvPr/>
        </p:nvSpPr>
        <p:spPr>
          <a:xfrm rot="6600000">
            <a:off x="4563269" y="819148"/>
            <a:ext cx="8153400" cy="8153400"/>
          </a:xfrm>
          <a:prstGeom prst="blockArc">
            <a:avLst>
              <a:gd name="adj1" fmla="val 6680888"/>
              <a:gd name="adj2" fmla="val 9213370"/>
              <a:gd name="adj3" fmla="val 10492"/>
            </a:avLst>
          </a:prstGeom>
          <a:solidFill>
            <a:srgbClr val="7F7F7F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  <a:effectLst>
                <a:glow>
                  <a:schemeClr val="accent1">
                    <a:alpha val="40000"/>
                  </a:schemeClr>
                </a:glo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86170674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0034AF5-894D-D2BB-9C6D-38DD34F813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拱形 16">
            <a:extLst>
              <a:ext uri="{FF2B5EF4-FFF2-40B4-BE49-F238E27FC236}">
                <a16:creationId xmlns:a16="http://schemas.microsoft.com/office/drawing/2014/main" id="{F3467697-3103-9BE0-C658-5D12E901F256}"/>
              </a:ext>
            </a:extLst>
          </p:cNvPr>
          <p:cNvSpPr/>
          <p:nvPr/>
        </p:nvSpPr>
        <p:spPr>
          <a:xfrm>
            <a:off x="4563269" y="819150"/>
            <a:ext cx="8153400" cy="8153400"/>
          </a:xfrm>
          <a:prstGeom prst="blockArc">
            <a:avLst>
              <a:gd name="adj1" fmla="val 6680888"/>
              <a:gd name="adj2" fmla="val 9213370"/>
              <a:gd name="adj3" fmla="val 10492"/>
            </a:avLst>
          </a:prstGeom>
          <a:solidFill>
            <a:schemeClr val="bg1"/>
          </a:solidFill>
          <a:ln>
            <a:noFill/>
          </a:ln>
          <a:effectLst>
            <a:glow rad="558800">
              <a:schemeClr val="bg1">
                <a:lumMod val="95000"/>
                <a:alpha val="58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  <a:effectLst>
                <a:glow>
                  <a:schemeClr val="accent1">
                    <a:alpha val="40000"/>
                  </a:schemeClr>
                </a:glow>
              </a:effectLst>
            </a:endParaRPr>
          </a:p>
        </p:txBody>
      </p:sp>
      <p:sp>
        <p:nvSpPr>
          <p:cNvPr id="6" name="拱形 5">
            <a:extLst>
              <a:ext uri="{FF2B5EF4-FFF2-40B4-BE49-F238E27FC236}">
                <a16:creationId xmlns:a16="http://schemas.microsoft.com/office/drawing/2014/main" id="{5E2C1359-F4A3-2BD3-DF21-C1AC9A8A8360}"/>
              </a:ext>
            </a:extLst>
          </p:cNvPr>
          <p:cNvSpPr/>
          <p:nvPr/>
        </p:nvSpPr>
        <p:spPr>
          <a:xfrm rot="3300000">
            <a:off x="4563269" y="819150"/>
            <a:ext cx="8153400" cy="8153400"/>
          </a:xfrm>
          <a:prstGeom prst="blockArc">
            <a:avLst>
              <a:gd name="adj1" fmla="val 6680888"/>
              <a:gd name="adj2" fmla="val 9213370"/>
              <a:gd name="adj3" fmla="val 10492"/>
            </a:avLst>
          </a:prstGeom>
          <a:solidFill>
            <a:schemeClr val="bg1"/>
          </a:solidFill>
          <a:ln>
            <a:noFill/>
          </a:ln>
          <a:effectLst>
            <a:glow rad="558800">
              <a:schemeClr val="bg1">
                <a:lumMod val="95000"/>
                <a:alpha val="58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  <a:effectLst>
                <a:glow>
                  <a:schemeClr val="accent1">
                    <a:alpha val="40000"/>
                  </a:schemeClr>
                </a:glow>
              </a:effectLst>
            </a:endParaRPr>
          </a:p>
        </p:txBody>
      </p:sp>
      <p:sp>
        <p:nvSpPr>
          <p:cNvPr id="7" name="拱形 6">
            <a:extLst>
              <a:ext uri="{FF2B5EF4-FFF2-40B4-BE49-F238E27FC236}">
                <a16:creationId xmlns:a16="http://schemas.microsoft.com/office/drawing/2014/main" id="{2DE67D78-1BCB-1669-7CCE-4F3171F5F71F}"/>
              </a:ext>
            </a:extLst>
          </p:cNvPr>
          <p:cNvSpPr/>
          <p:nvPr/>
        </p:nvSpPr>
        <p:spPr>
          <a:xfrm rot="6600000">
            <a:off x="4563269" y="819150"/>
            <a:ext cx="8153400" cy="8153400"/>
          </a:xfrm>
          <a:prstGeom prst="blockArc">
            <a:avLst>
              <a:gd name="adj1" fmla="val 6680888"/>
              <a:gd name="adj2" fmla="val 9213370"/>
              <a:gd name="adj3" fmla="val 10492"/>
            </a:avLst>
          </a:prstGeom>
          <a:solidFill>
            <a:schemeClr val="bg1"/>
          </a:solidFill>
          <a:ln>
            <a:noFill/>
          </a:ln>
          <a:effectLst>
            <a:glow rad="558800">
              <a:schemeClr val="bg1">
                <a:lumMod val="95000"/>
                <a:alpha val="58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  <a:effectLst>
                <a:glow>
                  <a:schemeClr val="accent1">
                    <a:alpha val="40000"/>
                  </a:schemeClr>
                </a:glow>
              </a:effectLst>
            </a:endParaRP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9D691F81-4A0B-EBBA-DD49-8638B46D3990}"/>
              </a:ext>
            </a:extLst>
          </p:cNvPr>
          <p:cNvSpPr txBox="1"/>
          <p:nvPr/>
        </p:nvSpPr>
        <p:spPr>
          <a:xfrm>
            <a:off x="7310666" y="2202805"/>
            <a:ext cx="2658606" cy="5386090"/>
          </a:xfrm>
          <a:prstGeom prst="rect">
            <a:avLst/>
          </a:prstGeom>
          <a:noFill/>
          <a:effectLst>
            <a:glow rad="38100">
              <a:schemeClr val="bg1"/>
            </a:glow>
          </a:effectLst>
        </p:spPr>
        <p:txBody>
          <a:bodyPr wrap="square" rtlCol="0">
            <a:spAutoFit/>
          </a:bodyPr>
          <a:lstStyle/>
          <a:p>
            <a:r>
              <a:rPr lang="en-US" altLang="zh-TW" sz="34400" dirty="0">
                <a:solidFill>
                  <a:schemeClr val="bg1"/>
                </a:solidFill>
                <a:effectLst>
                  <a:glow rad="254000">
                    <a:schemeClr val="bg1">
                      <a:alpha val="63000"/>
                    </a:schemeClr>
                  </a:glow>
                </a:effectLst>
                <a:ea typeface="Adobe 繁黑體 Std B" panose="020B0700000000000000" pitchFamily="34" charset="-120"/>
              </a:rPr>
              <a:t>3</a:t>
            </a:r>
            <a:endParaRPr lang="zh-TW" altLang="en-US" sz="34400" dirty="0">
              <a:solidFill>
                <a:schemeClr val="bg1"/>
              </a:solidFill>
              <a:effectLst>
                <a:glow rad="254000">
                  <a:schemeClr val="bg1">
                    <a:alpha val="63000"/>
                  </a:schemeClr>
                </a:glow>
              </a:effectLst>
              <a:ea typeface="Adobe 繁黑體 Std B" panose="020B0700000000000000" pitchFamily="34" charset="-120"/>
            </a:endParaRPr>
          </a:p>
        </p:txBody>
      </p:sp>
      <p:sp>
        <p:nvSpPr>
          <p:cNvPr id="2" name="拱形 1">
            <a:extLst>
              <a:ext uri="{FF2B5EF4-FFF2-40B4-BE49-F238E27FC236}">
                <a16:creationId xmlns:a16="http://schemas.microsoft.com/office/drawing/2014/main" id="{22BDE356-7E5F-1205-F946-645F5DC040F5}"/>
              </a:ext>
            </a:extLst>
          </p:cNvPr>
          <p:cNvSpPr/>
          <p:nvPr/>
        </p:nvSpPr>
        <p:spPr>
          <a:xfrm rot="16500000">
            <a:off x="4563269" y="819150"/>
            <a:ext cx="8153400" cy="8153400"/>
          </a:xfrm>
          <a:prstGeom prst="blockArc">
            <a:avLst>
              <a:gd name="adj1" fmla="val 6680888"/>
              <a:gd name="adj2" fmla="val 9213370"/>
              <a:gd name="adj3" fmla="val 10492"/>
            </a:avLst>
          </a:prstGeom>
          <a:solidFill>
            <a:srgbClr val="7F7F7F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  <a:effectLst>
                <a:glow>
                  <a:schemeClr val="accent1">
                    <a:alpha val="40000"/>
                  </a:schemeClr>
                </a:glow>
              </a:effectLst>
            </a:endParaRPr>
          </a:p>
        </p:txBody>
      </p:sp>
      <p:sp>
        <p:nvSpPr>
          <p:cNvPr id="3" name="拱形 2">
            <a:extLst>
              <a:ext uri="{FF2B5EF4-FFF2-40B4-BE49-F238E27FC236}">
                <a16:creationId xmlns:a16="http://schemas.microsoft.com/office/drawing/2014/main" id="{F9946BD8-D145-120B-378E-34F781B58BD5}"/>
              </a:ext>
            </a:extLst>
          </p:cNvPr>
          <p:cNvSpPr/>
          <p:nvPr/>
        </p:nvSpPr>
        <p:spPr>
          <a:xfrm rot="13200000">
            <a:off x="4563269" y="819149"/>
            <a:ext cx="8153400" cy="8153400"/>
          </a:xfrm>
          <a:prstGeom prst="blockArc">
            <a:avLst>
              <a:gd name="adj1" fmla="val 6680888"/>
              <a:gd name="adj2" fmla="val 9213370"/>
              <a:gd name="adj3" fmla="val 10492"/>
            </a:avLst>
          </a:prstGeom>
          <a:solidFill>
            <a:srgbClr val="7F7F7F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  <a:effectLst>
                <a:glow>
                  <a:schemeClr val="accent1">
                    <a:alpha val="40000"/>
                  </a:schemeClr>
                </a:glow>
              </a:effectLst>
            </a:endParaRPr>
          </a:p>
        </p:txBody>
      </p:sp>
      <p:sp>
        <p:nvSpPr>
          <p:cNvPr id="4" name="拱形 3">
            <a:extLst>
              <a:ext uri="{FF2B5EF4-FFF2-40B4-BE49-F238E27FC236}">
                <a16:creationId xmlns:a16="http://schemas.microsoft.com/office/drawing/2014/main" id="{5CE8508F-3CD9-1850-8D25-B93364C087CB}"/>
              </a:ext>
            </a:extLst>
          </p:cNvPr>
          <p:cNvSpPr/>
          <p:nvPr/>
        </p:nvSpPr>
        <p:spPr>
          <a:xfrm rot="9900000">
            <a:off x="4563269" y="819148"/>
            <a:ext cx="8153400" cy="8153400"/>
          </a:xfrm>
          <a:prstGeom prst="blockArc">
            <a:avLst>
              <a:gd name="adj1" fmla="val 6680888"/>
              <a:gd name="adj2" fmla="val 9213370"/>
              <a:gd name="adj3" fmla="val 10492"/>
            </a:avLst>
          </a:prstGeom>
          <a:solidFill>
            <a:srgbClr val="7F7F7F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  <a:effectLst>
                <a:glow>
                  <a:schemeClr val="accent1">
                    <a:alpha val="40000"/>
                  </a:schemeClr>
                </a:glo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88623237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73FA440-EA3F-988F-149C-22F9B3E6B6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拱形 16">
            <a:extLst>
              <a:ext uri="{FF2B5EF4-FFF2-40B4-BE49-F238E27FC236}">
                <a16:creationId xmlns:a16="http://schemas.microsoft.com/office/drawing/2014/main" id="{ECC8FCCB-7B90-6AA4-87AF-01B3AFE0067F}"/>
              </a:ext>
            </a:extLst>
          </p:cNvPr>
          <p:cNvSpPr/>
          <p:nvPr/>
        </p:nvSpPr>
        <p:spPr>
          <a:xfrm>
            <a:off x="4563269" y="819150"/>
            <a:ext cx="8153400" cy="8153400"/>
          </a:xfrm>
          <a:prstGeom prst="blockArc">
            <a:avLst>
              <a:gd name="adj1" fmla="val 6680888"/>
              <a:gd name="adj2" fmla="val 9213370"/>
              <a:gd name="adj3" fmla="val 10492"/>
            </a:avLst>
          </a:prstGeom>
          <a:solidFill>
            <a:schemeClr val="bg1"/>
          </a:solidFill>
          <a:ln>
            <a:noFill/>
          </a:ln>
          <a:effectLst>
            <a:glow rad="558800">
              <a:schemeClr val="bg1">
                <a:lumMod val="95000"/>
                <a:alpha val="58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  <a:effectLst>
                <a:glow>
                  <a:schemeClr val="accent1">
                    <a:alpha val="40000"/>
                  </a:schemeClr>
                </a:glow>
              </a:effectLst>
            </a:endParaRPr>
          </a:p>
        </p:txBody>
      </p:sp>
      <p:sp>
        <p:nvSpPr>
          <p:cNvPr id="6" name="拱形 5">
            <a:extLst>
              <a:ext uri="{FF2B5EF4-FFF2-40B4-BE49-F238E27FC236}">
                <a16:creationId xmlns:a16="http://schemas.microsoft.com/office/drawing/2014/main" id="{53B9E109-53D3-B30F-D8FE-61EE45DE304B}"/>
              </a:ext>
            </a:extLst>
          </p:cNvPr>
          <p:cNvSpPr/>
          <p:nvPr/>
        </p:nvSpPr>
        <p:spPr>
          <a:xfrm rot="3300000">
            <a:off x="4563269" y="819150"/>
            <a:ext cx="8153400" cy="8153400"/>
          </a:xfrm>
          <a:prstGeom prst="blockArc">
            <a:avLst>
              <a:gd name="adj1" fmla="val 6680888"/>
              <a:gd name="adj2" fmla="val 9213370"/>
              <a:gd name="adj3" fmla="val 10492"/>
            </a:avLst>
          </a:prstGeom>
          <a:solidFill>
            <a:schemeClr val="bg1"/>
          </a:solidFill>
          <a:ln>
            <a:noFill/>
          </a:ln>
          <a:effectLst>
            <a:glow rad="558800">
              <a:schemeClr val="bg1">
                <a:lumMod val="95000"/>
                <a:alpha val="58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  <a:effectLst>
                <a:glow>
                  <a:schemeClr val="accent1">
                    <a:alpha val="40000"/>
                  </a:schemeClr>
                </a:glow>
              </a:effectLst>
            </a:endParaRPr>
          </a:p>
        </p:txBody>
      </p:sp>
      <p:sp>
        <p:nvSpPr>
          <p:cNvPr id="7" name="拱形 6">
            <a:extLst>
              <a:ext uri="{FF2B5EF4-FFF2-40B4-BE49-F238E27FC236}">
                <a16:creationId xmlns:a16="http://schemas.microsoft.com/office/drawing/2014/main" id="{86E17CD6-76FE-F134-C116-64105F403EA1}"/>
              </a:ext>
            </a:extLst>
          </p:cNvPr>
          <p:cNvSpPr/>
          <p:nvPr/>
        </p:nvSpPr>
        <p:spPr>
          <a:xfrm rot="6600000">
            <a:off x="4563269" y="819150"/>
            <a:ext cx="8153400" cy="8153400"/>
          </a:xfrm>
          <a:prstGeom prst="blockArc">
            <a:avLst>
              <a:gd name="adj1" fmla="val 6680888"/>
              <a:gd name="adj2" fmla="val 9213370"/>
              <a:gd name="adj3" fmla="val 10492"/>
            </a:avLst>
          </a:prstGeom>
          <a:solidFill>
            <a:schemeClr val="bg1"/>
          </a:solidFill>
          <a:ln>
            <a:noFill/>
          </a:ln>
          <a:effectLst>
            <a:glow rad="558800">
              <a:schemeClr val="bg1">
                <a:lumMod val="95000"/>
                <a:alpha val="58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  <a:effectLst>
                <a:glow>
                  <a:schemeClr val="accent1">
                    <a:alpha val="40000"/>
                  </a:schemeClr>
                </a:glow>
              </a:effectLst>
            </a:endParaRPr>
          </a:p>
        </p:txBody>
      </p:sp>
      <p:sp>
        <p:nvSpPr>
          <p:cNvPr id="9" name="拱形 8">
            <a:extLst>
              <a:ext uri="{FF2B5EF4-FFF2-40B4-BE49-F238E27FC236}">
                <a16:creationId xmlns:a16="http://schemas.microsoft.com/office/drawing/2014/main" id="{D7376A70-E76D-6E07-6954-AE4698587197}"/>
              </a:ext>
            </a:extLst>
          </p:cNvPr>
          <p:cNvSpPr/>
          <p:nvPr/>
        </p:nvSpPr>
        <p:spPr>
          <a:xfrm rot="9900000">
            <a:off x="4563270" y="819151"/>
            <a:ext cx="8153400" cy="8153400"/>
          </a:xfrm>
          <a:prstGeom prst="blockArc">
            <a:avLst>
              <a:gd name="adj1" fmla="val 6680888"/>
              <a:gd name="adj2" fmla="val 9213370"/>
              <a:gd name="adj3" fmla="val 10492"/>
            </a:avLst>
          </a:prstGeom>
          <a:solidFill>
            <a:schemeClr val="bg1"/>
          </a:solidFill>
          <a:ln>
            <a:noFill/>
          </a:ln>
          <a:effectLst>
            <a:glow rad="558800">
              <a:schemeClr val="bg1">
                <a:lumMod val="95000"/>
                <a:alpha val="58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  <a:effectLst>
                <a:glow>
                  <a:schemeClr val="accent1">
                    <a:alpha val="40000"/>
                  </a:schemeClr>
                </a:glow>
              </a:effectLst>
            </a:endParaRP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461045AA-DE61-A1F9-356F-1F57CC6425FA}"/>
              </a:ext>
            </a:extLst>
          </p:cNvPr>
          <p:cNvSpPr txBox="1"/>
          <p:nvPr/>
        </p:nvSpPr>
        <p:spPr>
          <a:xfrm>
            <a:off x="7310666" y="2202805"/>
            <a:ext cx="2658606" cy="5386090"/>
          </a:xfrm>
          <a:prstGeom prst="rect">
            <a:avLst/>
          </a:prstGeom>
          <a:noFill/>
          <a:effectLst>
            <a:glow rad="38100">
              <a:schemeClr val="bg1"/>
            </a:glow>
          </a:effectLst>
        </p:spPr>
        <p:txBody>
          <a:bodyPr wrap="square" rtlCol="0">
            <a:spAutoFit/>
          </a:bodyPr>
          <a:lstStyle/>
          <a:p>
            <a:r>
              <a:rPr lang="en-US" altLang="zh-TW" sz="34400" dirty="0">
                <a:solidFill>
                  <a:schemeClr val="bg1"/>
                </a:solidFill>
                <a:effectLst>
                  <a:glow rad="482600">
                    <a:schemeClr val="bg1">
                      <a:alpha val="63000"/>
                    </a:schemeClr>
                  </a:glow>
                </a:effectLst>
                <a:ea typeface="Adobe 繁黑體 Std B" panose="020B0700000000000000" pitchFamily="34" charset="-120"/>
              </a:rPr>
              <a:t>4</a:t>
            </a:r>
            <a:endParaRPr lang="zh-TW" altLang="en-US" sz="34400" dirty="0">
              <a:solidFill>
                <a:schemeClr val="bg1"/>
              </a:solidFill>
              <a:effectLst>
                <a:glow rad="482600">
                  <a:schemeClr val="bg1">
                    <a:alpha val="63000"/>
                  </a:schemeClr>
                </a:glow>
              </a:effectLst>
              <a:ea typeface="Adobe 繁黑體 Std B" panose="020B0700000000000000" pitchFamily="34" charset="-120"/>
            </a:endParaRPr>
          </a:p>
        </p:txBody>
      </p:sp>
      <p:sp>
        <p:nvSpPr>
          <p:cNvPr id="2" name="拱形 1">
            <a:extLst>
              <a:ext uri="{FF2B5EF4-FFF2-40B4-BE49-F238E27FC236}">
                <a16:creationId xmlns:a16="http://schemas.microsoft.com/office/drawing/2014/main" id="{69D55EF9-006F-0AFB-EE8E-6B845C9383D1}"/>
              </a:ext>
            </a:extLst>
          </p:cNvPr>
          <p:cNvSpPr/>
          <p:nvPr/>
        </p:nvSpPr>
        <p:spPr>
          <a:xfrm rot="16500000">
            <a:off x="4563269" y="819150"/>
            <a:ext cx="8153400" cy="8153400"/>
          </a:xfrm>
          <a:prstGeom prst="blockArc">
            <a:avLst>
              <a:gd name="adj1" fmla="val 6680888"/>
              <a:gd name="adj2" fmla="val 9213370"/>
              <a:gd name="adj3" fmla="val 10492"/>
            </a:avLst>
          </a:prstGeom>
          <a:solidFill>
            <a:srgbClr val="7F7F7F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  <a:effectLst>
                <a:glow>
                  <a:schemeClr val="accent1">
                    <a:alpha val="40000"/>
                  </a:schemeClr>
                </a:glow>
              </a:effectLst>
            </a:endParaRPr>
          </a:p>
        </p:txBody>
      </p:sp>
      <p:sp>
        <p:nvSpPr>
          <p:cNvPr id="3" name="拱形 2">
            <a:extLst>
              <a:ext uri="{FF2B5EF4-FFF2-40B4-BE49-F238E27FC236}">
                <a16:creationId xmlns:a16="http://schemas.microsoft.com/office/drawing/2014/main" id="{FA50EDB4-237C-B3FE-EA60-692084997E7A}"/>
              </a:ext>
            </a:extLst>
          </p:cNvPr>
          <p:cNvSpPr/>
          <p:nvPr/>
        </p:nvSpPr>
        <p:spPr>
          <a:xfrm rot="13200000">
            <a:off x="4563269" y="819149"/>
            <a:ext cx="8153400" cy="8153400"/>
          </a:xfrm>
          <a:prstGeom prst="blockArc">
            <a:avLst>
              <a:gd name="adj1" fmla="val 6680888"/>
              <a:gd name="adj2" fmla="val 9213370"/>
              <a:gd name="adj3" fmla="val 10492"/>
            </a:avLst>
          </a:prstGeom>
          <a:solidFill>
            <a:srgbClr val="7F7F7F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  <a:effectLst>
                <a:glow>
                  <a:schemeClr val="accent1">
                    <a:alpha val="40000"/>
                  </a:schemeClr>
                </a:glo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1238647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5D81439-862D-662D-DEAB-D9D749EB97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拱形 16">
            <a:extLst>
              <a:ext uri="{FF2B5EF4-FFF2-40B4-BE49-F238E27FC236}">
                <a16:creationId xmlns:a16="http://schemas.microsoft.com/office/drawing/2014/main" id="{B46124A4-370B-AF64-8788-821BBE455F8B}"/>
              </a:ext>
            </a:extLst>
          </p:cNvPr>
          <p:cNvSpPr/>
          <p:nvPr/>
        </p:nvSpPr>
        <p:spPr>
          <a:xfrm>
            <a:off x="4563269" y="819150"/>
            <a:ext cx="8153400" cy="8153400"/>
          </a:xfrm>
          <a:prstGeom prst="blockArc">
            <a:avLst>
              <a:gd name="adj1" fmla="val 6680888"/>
              <a:gd name="adj2" fmla="val 9213370"/>
              <a:gd name="adj3" fmla="val 10492"/>
            </a:avLst>
          </a:prstGeom>
          <a:solidFill>
            <a:schemeClr val="bg1"/>
          </a:solidFill>
          <a:ln>
            <a:noFill/>
          </a:ln>
          <a:effectLst>
            <a:glow rad="558800">
              <a:schemeClr val="bg1">
                <a:lumMod val="95000"/>
                <a:alpha val="58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  <a:effectLst>
                <a:glow>
                  <a:schemeClr val="accent1">
                    <a:alpha val="40000"/>
                  </a:schemeClr>
                </a:glow>
              </a:effectLst>
            </a:endParaRPr>
          </a:p>
        </p:txBody>
      </p:sp>
      <p:sp>
        <p:nvSpPr>
          <p:cNvPr id="6" name="拱形 5">
            <a:extLst>
              <a:ext uri="{FF2B5EF4-FFF2-40B4-BE49-F238E27FC236}">
                <a16:creationId xmlns:a16="http://schemas.microsoft.com/office/drawing/2014/main" id="{818A6B26-A28D-03C2-F3A5-A90382D8FB33}"/>
              </a:ext>
            </a:extLst>
          </p:cNvPr>
          <p:cNvSpPr/>
          <p:nvPr/>
        </p:nvSpPr>
        <p:spPr>
          <a:xfrm rot="3300000">
            <a:off x="4563269" y="819150"/>
            <a:ext cx="8153400" cy="8153400"/>
          </a:xfrm>
          <a:prstGeom prst="blockArc">
            <a:avLst>
              <a:gd name="adj1" fmla="val 6680888"/>
              <a:gd name="adj2" fmla="val 9213370"/>
              <a:gd name="adj3" fmla="val 10492"/>
            </a:avLst>
          </a:prstGeom>
          <a:solidFill>
            <a:schemeClr val="bg1"/>
          </a:solidFill>
          <a:ln>
            <a:noFill/>
          </a:ln>
          <a:effectLst>
            <a:glow rad="558800">
              <a:schemeClr val="bg1">
                <a:lumMod val="95000"/>
                <a:alpha val="58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  <a:effectLst>
                <a:glow>
                  <a:schemeClr val="accent1">
                    <a:alpha val="40000"/>
                  </a:schemeClr>
                </a:glow>
              </a:effectLst>
            </a:endParaRPr>
          </a:p>
        </p:txBody>
      </p:sp>
      <p:sp>
        <p:nvSpPr>
          <p:cNvPr id="7" name="拱形 6">
            <a:extLst>
              <a:ext uri="{FF2B5EF4-FFF2-40B4-BE49-F238E27FC236}">
                <a16:creationId xmlns:a16="http://schemas.microsoft.com/office/drawing/2014/main" id="{FDB1B606-A4BB-1E18-9F57-0104AD8DF497}"/>
              </a:ext>
            </a:extLst>
          </p:cNvPr>
          <p:cNvSpPr/>
          <p:nvPr/>
        </p:nvSpPr>
        <p:spPr>
          <a:xfrm rot="6600000">
            <a:off x="4563269" y="819150"/>
            <a:ext cx="8153400" cy="8153400"/>
          </a:xfrm>
          <a:prstGeom prst="blockArc">
            <a:avLst>
              <a:gd name="adj1" fmla="val 6680888"/>
              <a:gd name="adj2" fmla="val 9213370"/>
              <a:gd name="adj3" fmla="val 10492"/>
            </a:avLst>
          </a:prstGeom>
          <a:solidFill>
            <a:schemeClr val="bg1"/>
          </a:solidFill>
          <a:ln>
            <a:noFill/>
          </a:ln>
          <a:effectLst>
            <a:glow rad="558800">
              <a:schemeClr val="bg1">
                <a:lumMod val="95000"/>
                <a:alpha val="58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  <a:effectLst>
                <a:glow>
                  <a:schemeClr val="accent1">
                    <a:alpha val="40000"/>
                  </a:schemeClr>
                </a:glow>
              </a:effectLst>
            </a:endParaRPr>
          </a:p>
        </p:txBody>
      </p:sp>
      <p:sp>
        <p:nvSpPr>
          <p:cNvPr id="9" name="拱形 8">
            <a:extLst>
              <a:ext uri="{FF2B5EF4-FFF2-40B4-BE49-F238E27FC236}">
                <a16:creationId xmlns:a16="http://schemas.microsoft.com/office/drawing/2014/main" id="{05F735CB-04A5-9781-3EF4-4D0F1A573762}"/>
              </a:ext>
            </a:extLst>
          </p:cNvPr>
          <p:cNvSpPr/>
          <p:nvPr/>
        </p:nvSpPr>
        <p:spPr>
          <a:xfrm rot="9900000">
            <a:off x="4563270" y="819151"/>
            <a:ext cx="8153400" cy="8153400"/>
          </a:xfrm>
          <a:prstGeom prst="blockArc">
            <a:avLst>
              <a:gd name="adj1" fmla="val 6680888"/>
              <a:gd name="adj2" fmla="val 9213370"/>
              <a:gd name="adj3" fmla="val 10492"/>
            </a:avLst>
          </a:prstGeom>
          <a:solidFill>
            <a:schemeClr val="bg1"/>
          </a:solidFill>
          <a:ln>
            <a:noFill/>
          </a:ln>
          <a:effectLst>
            <a:glow rad="558800">
              <a:schemeClr val="bg1">
                <a:lumMod val="95000"/>
                <a:alpha val="58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  <a:effectLst>
                <a:glow>
                  <a:schemeClr val="accent1">
                    <a:alpha val="40000"/>
                  </a:schemeClr>
                </a:glow>
              </a:effectLst>
            </a:endParaRPr>
          </a:p>
        </p:txBody>
      </p:sp>
      <p:sp>
        <p:nvSpPr>
          <p:cNvPr id="11" name="拱形 10">
            <a:extLst>
              <a:ext uri="{FF2B5EF4-FFF2-40B4-BE49-F238E27FC236}">
                <a16:creationId xmlns:a16="http://schemas.microsoft.com/office/drawing/2014/main" id="{709E5D14-8ECD-CEB7-EB6C-1DD226E82075}"/>
              </a:ext>
            </a:extLst>
          </p:cNvPr>
          <p:cNvSpPr/>
          <p:nvPr/>
        </p:nvSpPr>
        <p:spPr>
          <a:xfrm rot="13200000">
            <a:off x="4563270" y="819151"/>
            <a:ext cx="8153400" cy="8153400"/>
          </a:xfrm>
          <a:prstGeom prst="blockArc">
            <a:avLst>
              <a:gd name="adj1" fmla="val 6680888"/>
              <a:gd name="adj2" fmla="val 9213370"/>
              <a:gd name="adj3" fmla="val 10492"/>
            </a:avLst>
          </a:prstGeom>
          <a:solidFill>
            <a:schemeClr val="bg1"/>
          </a:solidFill>
          <a:ln>
            <a:noFill/>
          </a:ln>
          <a:effectLst>
            <a:glow rad="558800">
              <a:schemeClr val="bg1">
                <a:lumMod val="95000"/>
                <a:alpha val="58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  <a:effectLst>
                <a:glow>
                  <a:schemeClr val="accent1">
                    <a:alpha val="40000"/>
                  </a:schemeClr>
                </a:glow>
              </a:effectLst>
            </a:endParaRP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897E657A-C5A7-763C-F1ED-264D065F3EF4}"/>
              </a:ext>
            </a:extLst>
          </p:cNvPr>
          <p:cNvSpPr txBox="1"/>
          <p:nvPr/>
        </p:nvSpPr>
        <p:spPr>
          <a:xfrm>
            <a:off x="7310666" y="2202805"/>
            <a:ext cx="2658606" cy="5386090"/>
          </a:xfrm>
          <a:prstGeom prst="rect">
            <a:avLst/>
          </a:prstGeom>
          <a:noFill/>
          <a:effectLst>
            <a:glow rad="38100">
              <a:schemeClr val="bg1"/>
            </a:glow>
          </a:effectLst>
        </p:spPr>
        <p:txBody>
          <a:bodyPr wrap="square" rtlCol="0">
            <a:spAutoFit/>
          </a:bodyPr>
          <a:lstStyle/>
          <a:p>
            <a:r>
              <a:rPr lang="en-US" altLang="zh-TW" sz="34400" dirty="0">
                <a:solidFill>
                  <a:schemeClr val="bg1"/>
                </a:solidFill>
                <a:effectLst>
                  <a:glow rad="711200">
                    <a:schemeClr val="bg1">
                      <a:alpha val="63000"/>
                    </a:schemeClr>
                  </a:glow>
                </a:effectLst>
                <a:ea typeface="Adobe 繁黑體 Std B" panose="020B0700000000000000" pitchFamily="34" charset="-120"/>
              </a:rPr>
              <a:t>5</a:t>
            </a:r>
            <a:endParaRPr lang="zh-TW" altLang="en-US" sz="34400" dirty="0">
              <a:solidFill>
                <a:schemeClr val="bg1"/>
              </a:solidFill>
              <a:effectLst>
                <a:glow rad="711200">
                  <a:schemeClr val="bg1">
                    <a:alpha val="63000"/>
                  </a:schemeClr>
                </a:glow>
              </a:effectLst>
              <a:ea typeface="Adobe 繁黑體 Std B" panose="020B0700000000000000" pitchFamily="34" charset="-120"/>
            </a:endParaRPr>
          </a:p>
        </p:txBody>
      </p:sp>
      <p:sp>
        <p:nvSpPr>
          <p:cNvPr id="2" name="拱形 1">
            <a:extLst>
              <a:ext uri="{FF2B5EF4-FFF2-40B4-BE49-F238E27FC236}">
                <a16:creationId xmlns:a16="http://schemas.microsoft.com/office/drawing/2014/main" id="{5DB6486E-7143-7EC7-5F45-F6709DB8195C}"/>
              </a:ext>
            </a:extLst>
          </p:cNvPr>
          <p:cNvSpPr/>
          <p:nvPr/>
        </p:nvSpPr>
        <p:spPr>
          <a:xfrm rot="16500000">
            <a:off x="4563269" y="819150"/>
            <a:ext cx="8153400" cy="8153400"/>
          </a:xfrm>
          <a:prstGeom prst="blockArc">
            <a:avLst>
              <a:gd name="adj1" fmla="val 6680888"/>
              <a:gd name="adj2" fmla="val 9213370"/>
              <a:gd name="adj3" fmla="val 10492"/>
            </a:avLst>
          </a:prstGeom>
          <a:solidFill>
            <a:srgbClr val="7F7F7F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  <a:effectLst>
                <a:glow>
                  <a:schemeClr val="accent1">
                    <a:alpha val="40000"/>
                  </a:schemeClr>
                </a:glo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08013119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拱形 16">
            <a:extLst>
              <a:ext uri="{FF2B5EF4-FFF2-40B4-BE49-F238E27FC236}">
                <a16:creationId xmlns:a16="http://schemas.microsoft.com/office/drawing/2014/main" id="{C0BEC67D-F64B-D4E0-96C6-81D4BCA22007}"/>
              </a:ext>
            </a:extLst>
          </p:cNvPr>
          <p:cNvSpPr/>
          <p:nvPr/>
        </p:nvSpPr>
        <p:spPr>
          <a:xfrm>
            <a:off x="4563269" y="819150"/>
            <a:ext cx="8153400" cy="8153400"/>
          </a:xfrm>
          <a:prstGeom prst="blockArc">
            <a:avLst>
              <a:gd name="adj1" fmla="val 6680888"/>
              <a:gd name="adj2" fmla="val 9213370"/>
              <a:gd name="adj3" fmla="val 10492"/>
            </a:avLst>
          </a:prstGeom>
          <a:solidFill>
            <a:schemeClr val="bg1"/>
          </a:solidFill>
          <a:ln>
            <a:noFill/>
          </a:ln>
          <a:effectLst>
            <a:glow rad="558800">
              <a:schemeClr val="bg1">
                <a:lumMod val="95000"/>
                <a:alpha val="58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  <a:effectLst>
                <a:glow>
                  <a:schemeClr val="accent1">
                    <a:alpha val="40000"/>
                  </a:schemeClr>
                </a:glow>
              </a:effectLst>
            </a:endParaRPr>
          </a:p>
        </p:txBody>
      </p:sp>
      <p:sp>
        <p:nvSpPr>
          <p:cNvPr id="6" name="拱形 5">
            <a:extLst>
              <a:ext uri="{FF2B5EF4-FFF2-40B4-BE49-F238E27FC236}">
                <a16:creationId xmlns:a16="http://schemas.microsoft.com/office/drawing/2014/main" id="{87A0C6FA-3FC9-DC01-E471-357DC0E97A23}"/>
              </a:ext>
            </a:extLst>
          </p:cNvPr>
          <p:cNvSpPr/>
          <p:nvPr/>
        </p:nvSpPr>
        <p:spPr>
          <a:xfrm rot="3300000">
            <a:off x="4563269" y="819150"/>
            <a:ext cx="8153400" cy="8153400"/>
          </a:xfrm>
          <a:prstGeom prst="blockArc">
            <a:avLst>
              <a:gd name="adj1" fmla="val 6680888"/>
              <a:gd name="adj2" fmla="val 9213370"/>
              <a:gd name="adj3" fmla="val 10492"/>
            </a:avLst>
          </a:prstGeom>
          <a:solidFill>
            <a:schemeClr val="bg1"/>
          </a:solidFill>
          <a:ln>
            <a:noFill/>
          </a:ln>
          <a:effectLst>
            <a:glow rad="558800">
              <a:schemeClr val="bg1">
                <a:lumMod val="95000"/>
                <a:alpha val="58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  <a:effectLst>
                <a:glow>
                  <a:schemeClr val="accent1">
                    <a:alpha val="40000"/>
                  </a:schemeClr>
                </a:glow>
              </a:effectLst>
            </a:endParaRPr>
          </a:p>
        </p:txBody>
      </p:sp>
      <p:sp>
        <p:nvSpPr>
          <p:cNvPr id="7" name="拱形 6">
            <a:extLst>
              <a:ext uri="{FF2B5EF4-FFF2-40B4-BE49-F238E27FC236}">
                <a16:creationId xmlns:a16="http://schemas.microsoft.com/office/drawing/2014/main" id="{34DEC5EB-2778-614A-0ABB-D978D6125102}"/>
              </a:ext>
            </a:extLst>
          </p:cNvPr>
          <p:cNvSpPr/>
          <p:nvPr/>
        </p:nvSpPr>
        <p:spPr>
          <a:xfrm rot="6600000">
            <a:off x="4563269" y="819150"/>
            <a:ext cx="8153400" cy="8153400"/>
          </a:xfrm>
          <a:prstGeom prst="blockArc">
            <a:avLst>
              <a:gd name="adj1" fmla="val 6680888"/>
              <a:gd name="adj2" fmla="val 9213370"/>
              <a:gd name="adj3" fmla="val 10492"/>
            </a:avLst>
          </a:prstGeom>
          <a:solidFill>
            <a:schemeClr val="bg1"/>
          </a:solidFill>
          <a:ln>
            <a:noFill/>
          </a:ln>
          <a:effectLst>
            <a:glow rad="558800">
              <a:schemeClr val="bg1">
                <a:lumMod val="95000"/>
                <a:alpha val="58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  <a:effectLst>
                <a:glow>
                  <a:schemeClr val="accent1">
                    <a:alpha val="40000"/>
                  </a:schemeClr>
                </a:glow>
              </a:effectLst>
            </a:endParaRPr>
          </a:p>
        </p:txBody>
      </p:sp>
      <p:sp>
        <p:nvSpPr>
          <p:cNvPr id="9" name="拱形 8">
            <a:extLst>
              <a:ext uri="{FF2B5EF4-FFF2-40B4-BE49-F238E27FC236}">
                <a16:creationId xmlns:a16="http://schemas.microsoft.com/office/drawing/2014/main" id="{094D95FB-26ED-5771-61D1-4A5751287576}"/>
              </a:ext>
            </a:extLst>
          </p:cNvPr>
          <p:cNvSpPr/>
          <p:nvPr/>
        </p:nvSpPr>
        <p:spPr>
          <a:xfrm rot="9900000">
            <a:off x="4563270" y="819151"/>
            <a:ext cx="8153400" cy="8153400"/>
          </a:xfrm>
          <a:prstGeom prst="blockArc">
            <a:avLst>
              <a:gd name="adj1" fmla="val 6680888"/>
              <a:gd name="adj2" fmla="val 9213370"/>
              <a:gd name="adj3" fmla="val 10492"/>
            </a:avLst>
          </a:prstGeom>
          <a:solidFill>
            <a:schemeClr val="bg1"/>
          </a:solidFill>
          <a:ln>
            <a:noFill/>
          </a:ln>
          <a:effectLst>
            <a:glow rad="558800">
              <a:schemeClr val="bg1">
                <a:lumMod val="95000"/>
                <a:alpha val="58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  <a:effectLst>
                <a:glow>
                  <a:schemeClr val="accent1">
                    <a:alpha val="40000"/>
                  </a:schemeClr>
                </a:glow>
              </a:effectLst>
            </a:endParaRPr>
          </a:p>
        </p:txBody>
      </p:sp>
      <p:sp>
        <p:nvSpPr>
          <p:cNvPr id="11" name="拱形 10">
            <a:extLst>
              <a:ext uri="{FF2B5EF4-FFF2-40B4-BE49-F238E27FC236}">
                <a16:creationId xmlns:a16="http://schemas.microsoft.com/office/drawing/2014/main" id="{BA92CE83-630C-E5CD-8899-3597F236572D}"/>
              </a:ext>
            </a:extLst>
          </p:cNvPr>
          <p:cNvSpPr/>
          <p:nvPr/>
        </p:nvSpPr>
        <p:spPr>
          <a:xfrm rot="13200000">
            <a:off x="4563270" y="819151"/>
            <a:ext cx="8153400" cy="8153400"/>
          </a:xfrm>
          <a:prstGeom prst="blockArc">
            <a:avLst>
              <a:gd name="adj1" fmla="val 6680888"/>
              <a:gd name="adj2" fmla="val 9213370"/>
              <a:gd name="adj3" fmla="val 10492"/>
            </a:avLst>
          </a:prstGeom>
          <a:solidFill>
            <a:schemeClr val="bg1"/>
          </a:solidFill>
          <a:ln>
            <a:noFill/>
          </a:ln>
          <a:effectLst>
            <a:glow rad="558800">
              <a:schemeClr val="bg1">
                <a:lumMod val="95000"/>
                <a:alpha val="58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  <a:effectLst>
                <a:glow>
                  <a:schemeClr val="accent1">
                    <a:alpha val="40000"/>
                  </a:schemeClr>
                </a:glow>
              </a:effectLst>
            </a:endParaRPr>
          </a:p>
        </p:txBody>
      </p:sp>
      <p:sp>
        <p:nvSpPr>
          <p:cNvPr id="12" name="拱形 11">
            <a:extLst>
              <a:ext uri="{FF2B5EF4-FFF2-40B4-BE49-F238E27FC236}">
                <a16:creationId xmlns:a16="http://schemas.microsoft.com/office/drawing/2014/main" id="{E3F09D3C-2F1F-2DB9-CC34-A27252C6C043}"/>
              </a:ext>
            </a:extLst>
          </p:cNvPr>
          <p:cNvSpPr/>
          <p:nvPr/>
        </p:nvSpPr>
        <p:spPr>
          <a:xfrm rot="16500000">
            <a:off x="4563270" y="819151"/>
            <a:ext cx="8153400" cy="8153400"/>
          </a:xfrm>
          <a:prstGeom prst="blockArc">
            <a:avLst>
              <a:gd name="adj1" fmla="val 6680888"/>
              <a:gd name="adj2" fmla="val 9213370"/>
              <a:gd name="adj3" fmla="val 10492"/>
            </a:avLst>
          </a:prstGeom>
          <a:solidFill>
            <a:schemeClr val="bg1"/>
          </a:solidFill>
          <a:ln>
            <a:noFill/>
          </a:ln>
          <a:effectLst>
            <a:glow rad="558800">
              <a:schemeClr val="bg1">
                <a:lumMod val="95000"/>
                <a:alpha val="58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  <a:effectLst>
                <a:glow>
                  <a:schemeClr val="accent1">
                    <a:alpha val="40000"/>
                  </a:schemeClr>
                </a:glow>
              </a:effectLst>
            </a:endParaRP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FD0D0336-A9D3-3390-3EE7-4C9E8A53C414}"/>
              </a:ext>
            </a:extLst>
          </p:cNvPr>
          <p:cNvSpPr txBox="1"/>
          <p:nvPr/>
        </p:nvSpPr>
        <p:spPr>
          <a:xfrm>
            <a:off x="7310666" y="2202805"/>
            <a:ext cx="2658606" cy="5386090"/>
          </a:xfrm>
          <a:prstGeom prst="rect">
            <a:avLst/>
          </a:prstGeom>
          <a:noFill/>
          <a:effectLst>
            <a:glow rad="38100">
              <a:schemeClr val="bg1"/>
            </a:glow>
          </a:effectLst>
        </p:spPr>
        <p:txBody>
          <a:bodyPr wrap="square" rtlCol="0">
            <a:spAutoFit/>
          </a:bodyPr>
          <a:lstStyle/>
          <a:p>
            <a:r>
              <a:rPr lang="en-US" altLang="zh-TW" sz="34400" dirty="0">
                <a:solidFill>
                  <a:schemeClr val="bg1"/>
                </a:solidFill>
                <a:effectLst>
                  <a:glow rad="1219200">
                    <a:schemeClr val="bg1">
                      <a:alpha val="63000"/>
                    </a:schemeClr>
                  </a:glow>
                </a:effectLst>
                <a:ea typeface="Adobe 繁黑體 Std B" panose="020B0700000000000000" pitchFamily="34" charset="-120"/>
              </a:rPr>
              <a:t>6</a:t>
            </a:r>
            <a:endParaRPr lang="zh-TW" altLang="en-US" sz="34400" dirty="0">
              <a:solidFill>
                <a:schemeClr val="bg1"/>
              </a:solidFill>
              <a:effectLst>
                <a:glow rad="1219200">
                  <a:schemeClr val="bg1">
                    <a:alpha val="63000"/>
                  </a:schemeClr>
                </a:glow>
              </a:effectLst>
              <a:ea typeface="Adobe 繁黑體 Std B" panose="020B0700000000000000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2149720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佈景主題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1640</TotalTime>
  <Words>352</Words>
  <Application>Microsoft Office PowerPoint</Application>
  <PresentationFormat>自訂</PresentationFormat>
  <Paragraphs>206</Paragraphs>
  <Slides>26</Slides>
  <Notes>0</Notes>
  <HiddenSlides>7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26</vt:i4>
      </vt:variant>
    </vt:vector>
  </HeadingPairs>
  <TitlesOfParts>
    <vt:vector size="32" baseType="lpstr">
      <vt:lpstr>Adobe 繁黑體 Std B</vt:lpstr>
      <vt:lpstr>Aptos</vt:lpstr>
      <vt:lpstr>Aptos Display</vt:lpstr>
      <vt:lpstr>Arial</vt:lpstr>
      <vt:lpstr>Magneto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彭柏凱</dc:creator>
  <cp:lastModifiedBy>彭柏凱</cp:lastModifiedBy>
  <cp:revision>37</cp:revision>
  <dcterms:created xsi:type="dcterms:W3CDTF">2026-01-27T09:26:14Z</dcterms:created>
  <dcterms:modified xsi:type="dcterms:W3CDTF">2026-03-01T03:56:57Z</dcterms:modified>
</cp:coreProperties>
</file>